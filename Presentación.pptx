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4" r:id="rId1"/>
  </p:sldMasterIdLst>
  <p:sldIdLst>
    <p:sldId id="256" r:id="rId2"/>
    <p:sldId id="257" r:id="rId3"/>
    <p:sldId id="259" r:id="rId4"/>
    <p:sldId id="261" r:id="rId5"/>
    <p:sldId id="262" r:id="rId6"/>
    <p:sldId id="263" r:id="rId7"/>
    <p:sldId id="264" r:id="rId8"/>
    <p:sldId id="265" r:id="rId9"/>
    <p:sldId id="266" r:id="rId10"/>
    <p:sldId id="280" r:id="rId11"/>
    <p:sldId id="281" r:id="rId12"/>
    <p:sldId id="267" r:id="rId13"/>
    <p:sldId id="268" r:id="rId14"/>
    <p:sldId id="269" r:id="rId15"/>
    <p:sldId id="270" r:id="rId16"/>
    <p:sldId id="272" r:id="rId17"/>
    <p:sldId id="273" r:id="rId18"/>
    <p:sldId id="271" r:id="rId19"/>
    <p:sldId id="274" r:id="rId20"/>
    <p:sldId id="277" r:id="rId21"/>
    <p:sldId id="278" r:id="rId22"/>
    <p:sldId id="279" r:id="rId23"/>
    <p:sldId id="275" r:id="rId24"/>
    <p:sldId id="27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91"/>
    <p:restoredTop sz="94653"/>
  </p:normalViewPr>
  <p:slideViewPr>
    <p:cSldViewPr snapToGrid="0">
      <p:cViewPr varScale="1">
        <p:scale>
          <a:sx n="146" d="100"/>
          <a:sy n="146" d="100"/>
        </p:scale>
        <p:origin x="13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ata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ata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svg"/></Relationships>
</file>

<file path=ppt/diagrams/_rels/data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5.svg"/></Relationships>
</file>

<file path=ppt/diagrams/_rels/data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12.svg"/></Relationships>
</file>

<file path=ppt/diagrams/_rels/data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5" Type="http://schemas.openxmlformats.org/officeDocument/2006/relationships/image" Target="../media/image19.svg"/><Relationship Id="rId4" Type="http://schemas.openxmlformats.org/officeDocument/2006/relationships/image" Target="../media/image18.svg"/></Relationships>
</file>

<file path=ppt/diagrams/_rels/data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8.svg"/><Relationship Id="rId1" Type="http://schemas.openxmlformats.org/officeDocument/2006/relationships/image" Target="../media/image20.svg"/></Relationships>
</file>

<file path=ppt/diagrams/_rels/data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5.svg"/><Relationship Id="rId1" Type="http://schemas.openxmlformats.org/officeDocument/2006/relationships/hyperlink" Target="https://docs.spring.io/spring-ai/reference/api/vectordbs/pgvector.html" TargetMode="External"/></Relationships>
</file>

<file path=ppt/diagrams/_rels/data1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6.svg"/><Relationship Id="rId1" Type="http://schemas.openxmlformats.org/officeDocument/2006/relationships/image" Target="../media/image11.svg"/></Relationships>
</file>

<file path=ppt/diagrams/_rels/data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svg"/><Relationship Id="rId1" Type="http://schemas.openxmlformats.org/officeDocument/2006/relationships/image" Target="../media/image28.svg"/></Relationships>
</file>

<file path=ppt/diagrams/_rels/data13.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image" Target="../media/image31.svg"/></Relationships>
</file>

<file path=ppt/diagrams/_rels/data14.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image" Target="../media/image2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rawing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svg"/></Relationships>
</file>

<file path=ppt/diagrams/_rels/drawing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5.svg"/></Relationships>
</file>

<file path=ppt/diagrams/_rels/drawing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12.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5" Type="http://schemas.openxmlformats.org/officeDocument/2006/relationships/image" Target="../media/image19.svg"/><Relationship Id="rId4" Type="http://schemas.openxmlformats.org/officeDocument/2006/relationships/image" Target="../media/image18.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8.svg"/><Relationship Id="rId1" Type="http://schemas.openxmlformats.org/officeDocument/2006/relationships/image" Target="../media/image20.svg"/></Relationships>
</file>

<file path=ppt/diagrams/_rels/drawing10.xml.rels><?xml version="1.0" encoding="UTF-8" standalone="yes"?>
<Relationships xmlns="http://schemas.openxmlformats.org/package/2006/relationships"><Relationship Id="rId3" Type="http://schemas.openxmlformats.org/officeDocument/2006/relationships/hyperlink" Target="https://docs.spring.io/spring-ai/reference/api/vectordbs/pgvector.html" TargetMode="External"/><Relationship Id="rId2" Type="http://schemas.openxmlformats.org/officeDocument/2006/relationships/image" Target="../media/image18.svg"/><Relationship Id="rId1" Type="http://schemas.openxmlformats.org/officeDocument/2006/relationships/image" Target="../media/image25.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6.svg"/><Relationship Id="rId1" Type="http://schemas.openxmlformats.org/officeDocument/2006/relationships/image" Target="../media/image11.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svg"/><Relationship Id="rId1" Type="http://schemas.openxmlformats.org/officeDocument/2006/relationships/image" Target="../media/image28.svg"/></Relationships>
</file>

<file path=ppt/diagrams/_rels/drawing13.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image" Target="../media/image31.svg"/></Relationships>
</file>

<file path=ppt/diagrams/_rels/drawing14.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783789-1D3B-41EB-93B1-4979D9EBCBDD}"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n-US"/>
        </a:p>
      </dgm:t>
    </dgm:pt>
    <dgm:pt modelId="{639A703F-6CC0-4F45-AA0B-EA4893EBA658}">
      <dgm:prSet/>
      <dgm:spPr/>
      <dgm:t>
        <a:bodyPr/>
        <a:lstStyle/>
        <a:p>
          <a:r>
            <a:rPr lang="es-ES"/>
            <a:t>Chat básico</a:t>
          </a:r>
          <a:endParaRPr lang="en-US"/>
        </a:p>
      </dgm:t>
    </dgm:pt>
    <dgm:pt modelId="{9E6355CD-9CB5-4899-8102-D040C129B62B}" type="parTrans" cxnId="{C8850FC0-88F2-4369-A407-8D1693E1AE2E}">
      <dgm:prSet/>
      <dgm:spPr/>
      <dgm:t>
        <a:bodyPr/>
        <a:lstStyle/>
        <a:p>
          <a:endParaRPr lang="en-US"/>
        </a:p>
      </dgm:t>
    </dgm:pt>
    <dgm:pt modelId="{B79DF47C-4D4A-4D4D-863D-F6C0E9592A0D}" type="sibTrans" cxnId="{C8850FC0-88F2-4369-A407-8D1693E1AE2E}">
      <dgm:prSet/>
      <dgm:spPr/>
      <dgm:t>
        <a:bodyPr/>
        <a:lstStyle/>
        <a:p>
          <a:endParaRPr lang="en-US"/>
        </a:p>
      </dgm:t>
    </dgm:pt>
    <dgm:pt modelId="{51282D3F-28AA-469F-88FD-B1E04AEF7A4D}">
      <dgm:prSet/>
      <dgm:spPr/>
      <dgm:t>
        <a:bodyPr/>
        <a:lstStyle/>
        <a:p>
          <a:r>
            <a:rPr lang="es-ES" dirty="0"/>
            <a:t>Chat con memoria</a:t>
          </a:r>
          <a:endParaRPr lang="en-US" dirty="0"/>
        </a:p>
      </dgm:t>
    </dgm:pt>
    <dgm:pt modelId="{E5D7AE5E-E6DE-450E-98A6-6C65FA3A0A52}" type="parTrans" cxnId="{2931F5D6-75E3-4834-83A2-1233EE89FE5A}">
      <dgm:prSet/>
      <dgm:spPr/>
      <dgm:t>
        <a:bodyPr/>
        <a:lstStyle/>
        <a:p>
          <a:endParaRPr lang="en-US"/>
        </a:p>
      </dgm:t>
    </dgm:pt>
    <dgm:pt modelId="{0DA2D824-F249-4FCB-AC69-6F9E37B73130}" type="sibTrans" cxnId="{2931F5D6-75E3-4834-83A2-1233EE89FE5A}">
      <dgm:prSet/>
      <dgm:spPr/>
      <dgm:t>
        <a:bodyPr/>
        <a:lstStyle/>
        <a:p>
          <a:endParaRPr lang="en-US"/>
        </a:p>
      </dgm:t>
    </dgm:pt>
    <dgm:pt modelId="{D09AF5C7-476E-4649-97CA-44429004B0BA}">
      <dgm:prSet/>
      <dgm:spPr/>
      <dgm:t>
        <a:bodyPr/>
        <a:lstStyle/>
        <a:p>
          <a:r>
            <a:rPr lang="es-ES" dirty="0"/>
            <a:t>MCP </a:t>
          </a:r>
          <a:endParaRPr lang="en-US" dirty="0"/>
        </a:p>
      </dgm:t>
    </dgm:pt>
    <dgm:pt modelId="{4D7F3253-3065-4053-AD90-3E5B01A038DB}" type="parTrans" cxnId="{00BE3381-8B80-4C57-A2B8-8C2E235F56EF}">
      <dgm:prSet/>
      <dgm:spPr/>
      <dgm:t>
        <a:bodyPr/>
        <a:lstStyle/>
        <a:p>
          <a:endParaRPr lang="en-US"/>
        </a:p>
      </dgm:t>
    </dgm:pt>
    <dgm:pt modelId="{9ECE9AAC-FBB2-498E-A2C2-20FB6AABD75C}" type="sibTrans" cxnId="{00BE3381-8B80-4C57-A2B8-8C2E235F56EF}">
      <dgm:prSet/>
      <dgm:spPr/>
      <dgm:t>
        <a:bodyPr/>
        <a:lstStyle/>
        <a:p>
          <a:endParaRPr lang="en-US"/>
        </a:p>
      </dgm:t>
    </dgm:pt>
    <dgm:pt modelId="{1A2F692F-BF9E-403A-821D-CD6CD3CDAB48}">
      <dgm:prSet/>
      <dgm:spPr/>
      <dgm:t>
        <a:bodyPr/>
        <a:lstStyle/>
        <a:p>
          <a:r>
            <a:rPr lang="es-ES"/>
            <a:t>Vector databases</a:t>
          </a:r>
          <a:endParaRPr lang="en-US"/>
        </a:p>
      </dgm:t>
    </dgm:pt>
    <dgm:pt modelId="{D48BAF5D-38DE-450B-87B9-E405600645B7}" type="parTrans" cxnId="{6BA32EEC-E7F3-4D24-819E-6DC5127033E5}">
      <dgm:prSet/>
      <dgm:spPr/>
      <dgm:t>
        <a:bodyPr/>
        <a:lstStyle/>
        <a:p>
          <a:endParaRPr lang="en-US"/>
        </a:p>
      </dgm:t>
    </dgm:pt>
    <dgm:pt modelId="{E6FB82D1-BDE1-4DAD-8D87-69807AC924B5}" type="sibTrans" cxnId="{6BA32EEC-E7F3-4D24-819E-6DC5127033E5}">
      <dgm:prSet/>
      <dgm:spPr/>
      <dgm:t>
        <a:bodyPr/>
        <a:lstStyle/>
        <a:p>
          <a:endParaRPr lang="en-US"/>
        </a:p>
      </dgm:t>
    </dgm:pt>
    <dgm:pt modelId="{52B34DB1-3D12-4B3A-BF91-B6144B9F1896}">
      <dgm:prSet/>
      <dgm:spPr/>
      <dgm:t>
        <a:bodyPr/>
        <a:lstStyle/>
        <a:p>
          <a:r>
            <a:rPr lang="es-ES" dirty="0"/>
            <a:t>RAG</a:t>
          </a:r>
          <a:endParaRPr lang="en-US" dirty="0"/>
        </a:p>
      </dgm:t>
    </dgm:pt>
    <dgm:pt modelId="{37B2C039-86BE-4648-B07F-64D859D8E978}" type="parTrans" cxnId="{9D583B9A-D84B-4EA5-B447-43F3FE5EF3F6}">
      <dgm:prSet/>
      <dgm:spPr/>
      <dgm:t>
        <a:bodyPr/>
        <a:lstStyle/>
        <a:p>
          <a:endParaRPr lang="en-US"/>
        </a:p>
      </dgm:t>
    </dgm:pt>
    <dgm:pt modelId="{634DE4D6-8EB7-47ED-8C5C-C8DEEE9E815F}" type="sibTrans" cxnId="{9D583B9A-D84B-4EA5-B447-43F3FE5EF3F6}">
      <dgm:prSet/>
      <dgm:spPr/>
      <dgm:t>
        <a:bodyPr/>
        <a:lstStyle/>
        <a:p>
          <a:endParaRPr lang="en-US"/>
        </a:p>
      </dgm:t>
    </dgm:pt>
    <dgm:pt modelId="{E61FA35F-18B5-4C14-976F-637912BB94EC}">
      <dgm:prSet/>
      <dgm:spPr/>
      <dgm:t>
        <a:bodyPr/>
        <a:lstStyle/>
        <a:p>
          <a:r>
            <a:rPr lang="es-ES"/>
            <a:t>Agent Utils</a:t>
          </a:r>
          <a:endParaRPr lang="en-US"/>
        </a:p>
      </dgm:t>
    </dgm:pt>
    <dgm:pt modelId="{9631BA23-438A-4940-AD2A-3A02276C238B}" type="parTrans" cxnId="{EF1DCED1-C275-44DB-976A-DCB46DB6AB53}">
      <dgm:prSet/>
      <dgm:spPr/>
      <dgm:t>
        <a:bodyPr/>
        <a:lstStyle/>
        <a:p>
          <a:endParaRPr lang="en-US"/>
        </a:p>
      </dgm:t>
    </dgm:pt>
    <dgm:pt modelId="{BDBF440E-1FBC-486A-A64A-8F09A8755072}" type="sibTrans" cxnId="{EF1DCED1-C275-44DB-976A-DCB46DB6AB53}">
      <dgm:prSet/>
      <dgm:spPr/>
      <dgm:t>
        <a:bodyPr/>
        <a:lstStyle/>
        <a:p>
          <a:endParaRPr lang="en-US"/>
        </a:p>
      </dgm:t>
    </dgm:pt>
    <dgm:pt modelId="{42B4D7AA-DFCA-6E4F-B5D8-F174ABCA4614}" type="pres">
      <dgm:prSet presAssocID="{D6783789-1D3B-41EB-93B1-4979D9EBCBDD}" presName="Name0" presStyleCnt="0">
        <dgm:presLayoutVars>
          <dgm:chMax/>
          <dgm:chPref/>
          <dgm:dir/>
          <dgm:animLvl val="lvl"/>
        </dgm:presLayoutVars>
      </dgm:prSet>
      <dgm:spPr/>
    </dgm:pt>
    <dgm:pt modelId="{CEEDC899-FFF5-F941-BF95-0DF8F36A0691}" type="pres">
      <dgm:prSet presAssocID="{639A703F-6CC0-4F45-AA0B-EA4893EBA658}" presName="composite" presStyleCnt="0"/>
      <dgm:spPr/>
    </dgm:pt>
    <dgm:pt modelId="{DC30C23C-75BB-394A-BD8A-9702D9FB3B59}" type="pres">
      <dgm:prSet presAssocID="{639A703F-6CC0-4F45-AA0B-EA4893EBA658}" presName="Parent1" presStyleLbl="node1" presStyleIdx="0" presStyleCnt="12">
        <dgm:presLayoutVars>
          <dgm:chMax val="1"/>
          <dgm:chPref val="1"/>
          <dgm:bulletEnabled val="1"/>
        </dgm:presLayoutVars>
      </dgm:prSet>
      <dgm:spPr/>
    </dgm:pt>
    <dgm:pt modelId="{542B9C10-7405-1D40-823F-3E938DBC80D4}" type="pres">
      <dgm:prSet presAssocID="{639A703F-6CC0-4F45-AA0B-EA4893EBA658}" presName="Childtext1" presStyleLbl="revTx" presStyleIdx="0" presStyleCnt="6">
        <dgm:presLayoutVars>
          <dgm:chMax val="0"/>
          <dgm:chPref val="0"/>
          <dgm:bulletEnabled val="1"/>
        </dgm:presLayoutVars>
      </dgm:prSet>
      <dgm:spPr/>
    </dgm:pt>
    <dgm:pt modelId="{B5B0453C-F930-DD41-932B-CD97E8EC2E01}" type="pres">
      <dgm:prSet presAssocID="{639A703F-6CC0-4F45-AA0B-EA4893EBA658}" presName="BalanceSpacing" presStyleCnt="0"/>
      <dgm:spPr/>
    </dgm:pt>
    <dgm:pt modelId="{09F9AA5C-5799-5D41-8171-AA0298B67D5A}" type="pres">
      <dgm:prSet presAssocID="{639A703F-6CC0-4F45-AA0B-EA4893EBA658}" presName="BalanceSpacing1" presStyleCnt="0"/>
      <dgm:spPr/>
    </dgm:pt>
    <dgm:pt modelId="{6EE9CC80-CB6B-4041-B6A2-0D08DEBF62DC}" type="pres">
      <dgm:prSet presAssocID="{B79DF47C-4D4A-4D4D-863D-F6C0E9592A0D}" presName="Accent1Text" presStyleLbl="node1" presStyleIdx="1" presStyleCnt="12"/>
      <dgm:spPr/>
    </dgm:pt>
    <dgm:pt modelId="{E1A2537B-600F-9749-A39D-298FE478880B}" type="pres">
      <dgm:prSet presAssocID="{B79DF47C-4D4A-4D4D-863D-F6C0E9592A0D}" presName="spaceBetweenRectangles" presStyleCnt="0"/>
      <dgm:spPr/>
    </dgm:pt>
    <dgm:pt modelId="{9388B54E-43F7-F540-87C0-BC9191A114EF}" type="pres">
      <dgm:prSet presAssocID="{51282D3F-28AA-469F-88FD-B1E04AEF7A4D}" presName="composite" presStyleCnt="0"/>
      <dgm:spPr/>
    </dgm:pt>
    <dgm:pt modelId="{D370F3FA-41DC-C244-A8A8-4FE5E2176B81}" type="pres">
      <dgm:prSet presAssocID="{51282D3F-28AA-469F-88FD-B1E04AEF7A4D}" presName="Parent1" presStyleLbl="node1" presStyleIdx="2" presStyleCnt="12">
        <dgm:presLayoutVars>
          <dgm:chMax val="1"/>
          <dgm:chPref val="1"/>
          <dgm:bulletEnabled val="1"/>
        </dgm:presLayoutVars>
      </dgm:prSet>
      <dgm:spPr/>
    </dgm:pt>
    <dgm:pt modelId="{22B2FED9-B647-E54C-8F6F-3F3A65ACF9CE}" type="pres">
      <dgm:prSet presAssocID="{51282D3F-28AA-469F-88FD-B1E04AEF7A4D}" presName="Childtext1" presStyleLbl="revTx" presStyleIdx="1" presStyleCnt="6">
        <dgm:presLayoutVars>
          <dgm:chMax val="0"/>
          <dgm:chPref val="0"/>
          <dgm:bulletEnabled val="1"/>
        </dgm:presLayoutVars>
      </dgm:prSet>
      <dgm:spPr/>
    </dgm:pt>
    <dgm:pt modelId="{1B104D03-6FC1-5B4F-BDC1-46C4A7552AB9}" type="pres">
      <dgm:prSet presAssocID="{51282D3F-28AA-469F-88FD-B1E04AEF7A4D}" presName="BalanceSpacing" presStyleCnt="0"/>
      <dgm:spPr/>
    </dgm:pt>
    <dgm:pt modelId="{DFF86618-E8DE-4F46-9362-0FC91C332FC7}" type="pres">
      <dgm:prSet presAssocID="{51282D3F-28AA-469F-88FD-B1E04AEF7A4D}" presName="BalanceSpacing1" presStyleCnt="0"/>
      <dgm:spPr/>
    </dgm:pt>
    <dgm:pt modelId="{48BC0382-9A97-DE4D-A2E6-D78A508CA70A}" type="pres">
      <dgm:prSet presAssocID="{0DA2D824-F249-4FCB-AC69-6F9E37B73130}" presName="Accent1Text" presStyleLbl="node1" presStyleIdx="3" presStyleCnt="12"/>
      <dgm:spPr/>
    </dgm:pt>
    <dgm:pt modelId="{9CF98936-5D46-7740-820D-6261294C9BFB}" type="pres">
      <dgm:prSet presAssocID="{0DA2D824-F249-4FCB-AC69-6F9E37B73130}" presName="spaceBetweenRectangles" presStyleCnt="0"/>
      <dgm:spPr/>
    </dgm:pt>
    <dgm:pt modelId="{7DD65FBE-13B2-BA4C-8FAC-466A6FA8A76C}" type="pres">
      <dgm:prSet presAssocID="{D09AF5C7-476E-4649-97CA-44429004B0BA}" presName="composite" presStyleCnt="0"/>
      <dgm:spPr/>
    </dgm:pt>
    <dgm:pt modelId="{2DF3905F-8104-B744-8D27-A318C63A31A0}" type="pres">
      <dgm:prSet presAssocID="{D09AF5C7-476E-4649-97CA-44429004B0BA}" presName="Parent1" presStyleLbl="node1" presStyleIdx="4" presStyleCnt="12">
        <dgm:presLayoutVars>
          <dgm:chMax val="1"/>
          <dgm:chPref val="1"/>
          <dgm:bulletEnabled val="1"/>
        </dgm:presLayoutVars>
      </dgm:prSet>
      <dgm:spPr/>
    </dgm:pt>
    <dgm:pt modelId="{83331443-D153-AF45-B7C1-B00537D24213}" type="pres">
      <dgm:prSet presAssocID="{D09AF5C7-476E-4649-97CA-44429004B0BA}" presName="Childtext1" presStyleLbl="revTx" presStyleIdx="2" presStyleCnt="6">
        <dgm:presLayoutVars>
          <dgm:chMax val="0"/>
          <dgm:chPref val="0"/>
          <dgm:bulletEnabled val="1"/>
        </dgm:presLayoutVars>
      </dgm:prSet>
      <dgm:spPr/>
    </dgm:pt>
    <dgm:pt modelId="{FB9222E7-E6C5-0141-8EF9-04ACC7996D90}" type="pres">
      <dgm:prSet presAssocID="{D09AF5C7-476E-4649-97CA-44429004B0BA}" presName="BalanceSpacing" presStyleCnt="0"/>
      <dgm:spPr/>
    </dgm:pt>
    <dgm:pt modelId="{5466D2A1-F484-4B40-B0EF-E1FC5A1EDCF3}" type="pres">
      <dgm:prSet presAssocID="{D09AF5C7-476E-4649-97CA-44429004B0BA}" presName="BalanceSpacing1" presStyleCnt="0"/>
      <dgm:spPr/>
    </dgm:pt>
    <dgm:pt modelId="{D06FFF53-9A43-7348-B2C6-40E3EB1D7B4A}" type="pres">
      <dgm:prSet presAssocID="{9ECE9AAC-FBB2-498E-A2C2-20FB6AABD75C}" presName="Accent1Text" presStyleLbl="node1" presStyleIdx="5" presStyleCnt="12"/>
      <dgm:spPr/>
    </dgm:pt>
    <dgm:pt modelId="{B71741A0-DC63-044D-84A0-52026F28D6D0}" type="pres">
      <dgm:prSet presAssocID="{9ECE9AAC-FBB2-498E-A2C2-20FB6AABD75C}" presName="spaceBetweenRectangles" presStyleCnt="0"/>
      <dgm:spPr/>
    </dgm:pt>
    <dgm:pt modelId="{DF6201CC-3EDF-984E-8117-931CCEB4A153}" type="pres">
      <dgm:prSet presAssocID="{1A2F692F-BF9E-403A-821D-CD6CD3CDAB48}" presName="composite" presStyleCnt="0"/>
      <dgm:spPr/>
    </dgm:pt>
    <dgm:pt modelId="{B4BCFD11-0296-2E47-9984-7F9E197199BA}" type="pres">
      <dgm:prSet presAssocID="{1A2F692F-BF9E-403A-821D-CD6CD3CDAB48}" presName="Parent1" presStyleLbl="node1" presStyleIdx="6" presStyleCnt="12">
        <dgm:presLayoutVars>
          <dgm:chMax val="1"/>
          <dgm:chPref val="1"/>
          <dgm:bulletEnabled val="1"/>
        </dgm:presLayoutVars>
      </dgm:prSet>
      <dgm:spPr/>
    </dgm:pt>
    <dgm:pt modelId="{20F2FE2C-3801-C740-B672-F27557A281DE}" type="pres">
      <dgm:prSet presAssocID="{1A2F692F-BF9E-403A-821D-CD6CD3CDAB48}" presName="Childtext1" presStyleLbl="revTx" presStyleIdx="3" presStyleCnt="6">
        <dgm:presLayoutVars>
          <dgm:chMax val="0"/>
          <dgm:chPref val="0"/>
          <dgm:bulletEnabled val="1"/>
        </dgm:presLayoutVars>
      </dgm:prSet>
      <dgm:spPr/>
    </dgm:pt>
    <dgm:pt modelId="{19E19888-42D5-A54A-B65D-B70CF6578D5A}" type="pres">
      <dgm:prSet presAssocID="{1A2F692F-BF9E-403A-821D-CD6CD3CDAB48}" presName="BalanceSpacing" presStyleCnt="0"/>
      <dgm:spPr/>
    </dgm:pt>
    <dgm:pt modelId="{B1666747-15FD-CF46-A181-853D38F3CD92}" type="pres">
      <dgm:prSet presAssocID="{1A2F692F-BF9E-403A-821D-CD6CD3CDAB48}" presName="BalanceSpacing1" presStyleCnt="0"/>
      <dgm:spPr/>
    </dgm:pt>
    <dgm:pt modelId="{4FC65B2D-D03C-F44D-ABCD-671E70592117}" type="pres">
      <dgm:prSet presAssocID="{E6FB82D1-BDE1-4DAD-8D87-69807AC924B5}" presName="Accent1Text" presStyleLbl="node1" presStyleIdx="7" presStyleCnt="12"/>
      <dgm:spPr/>
    </dgm:pt>
    <dgm:pt modelId="{D783FA3F-6B64-6743-834D-0518FE34C5EB}" type="pres">
      <dgm:prSet presAssocID="{E6FB82D1-BDE1-4DAD-8D87-69807AC924B5}" presName="spaceBetweenRectangles" presStyleCnt="0"/>
      <dgm:spPr/>
    </dgm:pt>
    <dgm:pt modelId="{36455D75-C209-D749-9CE9-3AF272015CAF}" type="pres">
      <dgm:prSet presAssocID="{52B34DB1-3D12-4B3A-BF91-B6144B9F1896}" presName="composite" presStyleCnt="0"/>
      <dgm:spPr/>
    </dgm:pt>
    <dgm:pt modelId="{F6706851-D2C5-9B46-9E69-1E0A5871614E}" type="pres">
      <dgm:prSet presAssocID="{52B34DB1-3D12-4B3A-BF91-B6144B9F1896}" presName="Parent1" presStyleLbl="node1" presStyleIdx="8" presStyleCnt="12">
        <dgm:presLayoutVars>
          <dgm:chMax val="1"/>
          <dgm:chPref val="1"/>
          <dgm:bulletEnabled val="1"/>
        </dgm:presLayoutVars>
      </dgm:prSet>
      <dgm:spPr/>
    </dgm:pt>
    <dgm:pt modelId="{C3EEF660-F89F-D74D-B544-0E03329E2DFD}" type="pres">
      <dgm:prSet presAssocID="{52B34DB1-3D12-4B3A-BF91-B6144B9F1896}" presName="Childtext1" presStyleLbl="revTx" presStyleIdx="4" presStyleCnt="6">
        <dgm:presLayoutVars>
          <dgm:chMax val="0"/>
          <dgm:chPref val="0"/>
          <dgm:bulletEnabled val="1"/>
        </dgm:presLayoutVars>
      </dgm:prSet>
      <dgm:spPr/>
    </dgm:pt>
    <dgm:pt modelId="{496B8877-B0E0-B145-BEB7-7FA0D4F92F1A}" type="pres">
      <dgm:prSet presAssocID="{52B34DB1-3D12-4B3A-BF91-B6144B9F1896}" presName="BalanceSpacing" presStyleCnt="0"/>
      <dgm:spPr/>
    </dgm:pt>
    <dgm:pt modelId="{BFADF39D-CFE2-F64B-9AFC-FD354AC6603F}" type="pres">
      <dgm:prSet presAssocID="{52B34DB1-3D12-4B3A-BF91-B6144B9F1896}" presName="BalanceSpacing1" presStyleCnt="0"/>
      <dgm:spPr/>
    </dgm:pt>
    <dgm:pt modelId="{E5CF4B4D-603C-544F-ABC7-C353198A0358}" type="pres">
      <dgm:prSet presAssocID="{634DE4D6-8EB7-47ED-8C5C-C8DEEE9E815F}" presName="Accent1Text" presStyleLbl="node1" presStyleIdx="9" presStyleCnt="12"/>
      <dgm:spPr/>
    </dgm:pt>
    <dgm:pt modelId="{EF5E4A73-C94E-FF46-9F4C-B69B5AF563D5}" type="pres">
      <dgm:prSet presAssocID="{634DE4D6-8EB7-47ED-8C5C-C8DEEE9E815F}" presName="spaceBetweenRectangles" presStyleCnt="0"/>
      <dgm:spPr/>
    </dgm:pt>
    <dgm:pt modelId="{FE5149A7-6629-B649-BFFE-BFE5E80E8DB0}" type="pres">
      <dgm:prSet presAssocID="{E61FA35F-18B5-4C14-976F-637912BB94EC}" presName="composite" presStyleCnt="0"/>
      <dgm:spPr/>
    </dgm:pt>
    <dgm:pt modelId="{7D9145CF-519B-AE4F-9A77-A4BACC06AF37}" type="pres">
      <dgm:prSet presAssocID="{E61FA35F-18B5-4C14-976F-637912BB94EC}" presName="Parent1" presStyleLbl="node1" presStyleIdx="10" presStyleCnt="12">
        <dgm:presLayoutVars>
          <dgm:chMax val="1"/>
          <dgm:chPref val="1"/>
          <dgm:bulletEnabled val="1"/>
        </dgm:presLayoutVars>
      </dgm:prSet>
      <dgm:spPr/>
    </dgm:pt>
    <dgm:pt modelId="{018A559D-5570-2D4D-AE5B-55311D8FA7C2}" type="pres">
      <dgm:prSet presAssocID="{E61FA35F-18B5-4C14-976F-637912BB94EC}" presName="Childtext1" presStyleLbl="revTx" presStyleIdx="5" presStyleCnt="6">
        <dgm:presLayoutVars>
          <dgm:chMax val="0"/>
          <dgm:chPref val="0"/>
          <dgm:bulletEnabled val="1"/>
        </dgm:presLayoutVars>
      </dgm:prSet>
      <dgm:spPr/>
    </dgm:pt>
    <dgm:pt modelId="{96DC4934-FA85-7C43-9DAE-B92DC5CFEAAF}" type="pres">
      <dgm:prSet presAssocID="{E61FA35F-18B5-4C14-976F-637912BB94EC}" presName="BalanceSpacing" presStyleCnt="0"/>
      <dgm:spPr/>
    </dgm:pt>
    <dgm:pt modelId="{D5181ADA-BBF0-AF43-8F7A-945775D2BEF2}" type="pres">
      <dgm:prSet presAssocID="{E61FA35F-18B5-4C14-976F-637912BB94EC}" presName="BalanceSpacing1" presStyleCnt="0"/>
      <dgm:spPr/>
    </dgm:pt>
    <dgm:pt modelId="{7AA568D4-D948-9E4D-B5E6-41993F9471B9}" type="pres">
      <dgm:prSet presAssocID="{BDBF440E-1FBC-486A-A64A-8F09A8755072}" presName="Accent1Text" presStyleLbl="node1" presStyleIdx="11" presStyleCnt="12"/>
      <dgm:spPr/>
    </dgm:pt>
  </dgm:ptLst>
  <dgm:cxnLst>
    <dgm:cxn modelId="{EFBB4113-8D21-1E42-BB4A-C0637EF7A94C}" type="presOf" srcId="{52B34DB1-3D12-4B3A-BF91-B6144B9F1896}" destId="{F6706851-D2C5-9B46-9E69-1E0A5871614E}" srcOrd="0" destOrd="0" presId="urn:microsoft.com/office/officeart/2008/layout/AlternatingHexagons"/>
    <dgm:cxn modelId="{6AE7261A-2F61-8142-B39F-73112395CB4F}" type="presOf" srcId="{634DE4D6-8EB7-47ED-8C5C-C8DEEE9E815F}" destId="{E5CF4B4D-603C-544F-ABC7-C353198A0358}" srcOrd="0" destOrd="0" presId="urn:microsoft.com/office/officeart/2008/layout/AlternatingHexagons"/>
    <dgm:cxn modelId="{8E17B638-A5A7-F147-A7D6-A73AED30361A}" type="presOf" srcId="{B79DF47C-4D4A-4D4D-863D-F6C0E9592A0D}" destId="{6EE9CC80-CB6B-4041-B6A2-0D08DEBF62DC}" srcOrd="0" destOrd="0" presId="urn:microsoft.com/office/officeart/2008/layout/AlternatingHexagons"/>
    <dgm:cxn modelId="{F64A9C65-DC0C-A940-A67D-0DA55AEC60D7}" type="presOf" srcId="{0DA2D824-F249-4FCB-AC69-6F9E37B73130}" destId="{48BC0382-9A97-DE4D-A2E6-D78A508CA70A}" srcOrd="0" destOrd="0" presId="urn:microsoft.com/office/officeart/2008/layout/AlternatingHexagons"/>
    <dgm:cxn modelId="{B06B1667-7037-AE4A-BFFE-C562214FA35A}" type="presOf" srcId="{51282D3F-28AA-469F-88FD-B1E04AEF7A4D}" destId="{D370F3FA-41DC-C244-A8A8-4FE5E2176B81}" srcOrd="0" destOrd="0" presId="urn:microsoft.com/office/officeart/2008/layout/AlternatingHexagons"/>
    <dgm:cxn modelId="{0A605477-9429-484D-A55B-8EEE47199840}" type="presOf" srcId="{D09AF5C7-476E-4649-97CA-44429004B0BA}" destId="{2DF3905F-8104-B744-8D27-A318C63A31A0}" srcOrd="0" destOrd="0" presId="urn:microsoft.com/office/officeart/2008/layout/AlternatingHexagons"/>
    <dgm:cxn modelId="{00BE3381-8B80-4C57-A2B8-8C2E235F56EF}" srcId="{D6783789-1D3B-41EB-93B1-4979D9EBCBDD}" destId="{D09AF5C7-476E-4649-97CA-44429004B0BA}" srcOrd="2" destOrd="0" parTransId="{4D7F3253-3065-4053-AD90-3E5B01A038DB}" sibTransId="{9ECE9AAC-FBB2-498E-A2C2-20FB6AABD75C}"/>
    <dgm:cxn modelId="{E8B10785-1A23-0B49-BA00-DBDF76FAE036}" type="presOf" srcId="{9ECE9AAC-FBB2-498E-A2C2-20FB6AABD75C}" destId="{D06FFF53-9A43-7348-B2C6-40E3EB1D7B4A}" srcOrd="0" destOrd="0" presId="urn:microsoft.com/office/officeart/2008/layout/AlternatingHexagons"/>
    <dgm:cxn modelId="{37A0DF89-5022-3641-AF46-B0CD2136765D}" type="presOf" srcId="{E61FA35F-18B5-4C14-976F-637912BB94EC}" destId="{7D9145CF-519B-AE4F-9A77-A4BACC06AF37}" srcOrd="0" destOrd="0" presId="urn:microsoft.com/office/officeart/2008/layout/AlternatingHexagons"/>
    <dgm:cxn modelId="{9D583B9A-D84B-4EA5-B447-43F3FE5EF3F6}" srcId="{D6783789-1D3B-41EB-93B1-4979D9EBCBDD}" destId="{52B34DB1-3D12-4B3A-BF91-B6144B9F1896}" srcOrd="4" destOrd="0" parTransId="{37B2C039-86BE-4648-B07F-64D859D8E978}" sibTransId="{634DE4D6-8EB7-47ED-8C5C-C8DEEE9E815F}"/>
    <dgm:cxn modelId="{EAFDB3A6-114D-5E45-B937-BD7018CECD78}" type="presOf" srcId="{E6FB82D1-BDE1-4DAD-8D87-69807AC924B5}" destId="{4FC65B2D-D03C-F44D-ABCD-671E70592117}" srcOrd="0" destOrd="0" presId="urn:microsoft.com/office/officeart/2008/layout/AlternatingHexagons"/>
    <dgm:cxn modelId="{D34BA7B9-6DD1-7C40-B523-3564722FB85B}" type="presOf" srcId="{BDBF440E-1FBC-486A-A64A-8F09A8755072}" destId="{7AA568D4-D948-9E4D-B5E6-41993F9471B9}" srcOrd="0" destOrd="0" presId="urn:microsoft.com/office/officeart/2008/layout/AlternatingHexagons"/>
    <dgm:cxn modelId="{642050BE-42AD-BA46-A65B-4C7093D3D7A5}" type="presOf" srcId="{639A703F-6CC0-4F45-AA0B-EA4893EBA658}" destId="{DC30C23C-75BB-394A-BD8A-9702D9FB3B59}" srcOrd="0" destOrd="0" presId="urn:microsoft.com/office/officeart/2008/layout/AlternatingHexagons"/>
    <dgm:cxn modelId="{C8850FC0-88F2-4369-A407-8D1693E1AE2E}" srcId="{D6783789-1D3B-41EB-93B1-4979D9EBCBDD}" destId="{639A703F-6CC0-4F45-AA0B-EA4893EBA658}" srcOrd="0" destOrd="0" parTransId="{9E6355CD-9CB5-4899-8102-D040C129B62B}" sibTransId="{B79DF47C-4D4A-4D4D-863D-F6C0E9592A0D}"/>
    <dgm:cxn modelId="{EF1DCED1-C275-44DB-976A-DCB46DB6AB53}" srcId="{D6783789-1D3B-41EB-93B1-4979D9EBCBDD}" destId="{E61FA35F-18B5-4C14-976F-637912BB94EC}" srcOrd="5" destOrd="0" parTransId="{9631BA23-438A-4940-AD2A-3A02276C238B}" sibTransId="{BDBF440E-1FBC-486A-A64A-8F09A8755072}"/>
    <dgm:cxn modelId="{2931F5D6-75E3-4834-83A2-1233EE89FE5A}" srcId="{D6783789-1D3B-41EB-93B1-4979D9EBCBDD}" destId="{51282D3F-28AA-469F-88FD-B1E04AEF7A4D}" srcOrd="1" destOrd="0" parTransId="{E5D7AE5E-E6DE-450E-98A6-6C65FA3A0A52}" sibTransId="{0DA2D824-F249-4FCB-AC69-6F9E37B73130}"/>
    <dgm:cxn modelId="{2EF4ECE7-58AC-4C4E-A8EC-73EBE3E24C0B}" type="presOf" srcId="{D6783789-1D3B-41EB-93B1-4979D9EBCBDD}" destId="{42B4D7AA-DFCA-6E4F-B5D8-F174ABCA4614}" srcOrd="0" destOrd="0" presId="urn:microsoft.com/office/officeart/2008/layout/AlternatingHexagons"/>
    <dgm:cxn modelId="{53A1FAE9-945E-B74F-89A2-04792CA252F7}" type="presOf" srcId="{1A2F692F-BF9E-403A-821D-CD6CD3CDAB48}" destId="{B4BCFD11-0296-2E47-9984-7F9E197199BA}" srcOrd="0" destOrd="0" presId="urn:microsoft.com/office/officeart/2008/layout/AlternatingHexagons"/>
    <dgm:cxn modelId="{6BA32EEC-E7F3-4D24-819E-6DC5127033E5}" srcId="{D6783789-1D3B-41EB-93B1-4979D9EBCBDD}" destId="{1A2F692F-BF9E-403A-821D-CD6CD3CDAB48}" srcOrd="3" destOrd="0" parTransId="{D48BAF5D-38DE-450B-87B9-E405600645B7}" sibTransId="{E6FB82D1-BDE1-4DAD-8D87-69807AC924B5}"/>
    <dgm:cxn modelId="{1600AB5D-7CB6-AE4C-AF6D-5F75C8690283}" type="presParOf" srcId="{42B4D7AA-DFCA-6E4F-B5D8-F174ABCA4614}" destId="{CEEDC899-FFF5-F941-BF95-0DF8F36A0691}" srcOrd="0" destOrd="0" presId="urn:microsoft.com/office/officeart/2008/layout/AlternatingHexagons"/>
    <dgm:cxn modelId="{243032E3-B5F0-4C41-8AAD-4E509476CC1E}" type="presParOf" srcId="{CEEDC899-FFF5-F941-BF95-0DF8F36A0691}" destId="{DC30C23C-75BB-394A-BD8A-9702D9FB3B59}" srcOrd="0" destOrd="0" presId="urn:microsoft.com/office/officeart/2008/layout/AlternatingHexagons"/>
    <dgm:cxn modelId="{97ABEFB3-2635-2146-95F0-EBE7D3B89A2C}" type="presParOf" srcId="{CEEDC899-FFF5-F941-BF95-0DF8F36A0691}" destId="{542B9C10-7405-1D40-823F-3E938DBC80D4}" srcOrd="1" destOrd="0" presId="urn:microsoft.com/office/officeart/2008/layout/AlternatingHexagons"/>
    <dgm:cxn modelId="{B59DCD43-7DAF-B449-BEF6-B8F9BA4EAF0E}" type="presParOf" srcId="{CEEDC899-FFF5-F941-BF95-0DF8F36A0691}" destId="{B5B0453C-F930-DD41-932B-CD97E8EC2E01}" srcOrd="2" destOrd="0" presId="urn:microsoft.com/office/officeart/2008/layout/AlternatingHexagons"/>
    <dgm:cxn modelId="{C767931C-F7E3-6B4B-B188-9816D3A4FD2E}" type="presParOf" srcId="{CEEDC899-FFF5-F941-BF95-0DF8F36A0691}" destId="{09F9AA5C-5799-5D41-8171-AA0298B67D5A}" srcOrd="3" destOrd="0" presId="urn:microsoft.com/office/officeart/2008/layout/AlternatingHexagons"/>
    <dgm:cxn modelId="{9B0E9DE1-6049-694D-B05D-8D0BDF071F17}" type="presParOf" srcId="{CEEDC899-FFF5-F941-BF95-0DF8F36A0691}" destId="{6EE9CC80-CB6B-4041-B6A2-0D08DEBF62DC}" srcOrd="4" destOrd="0" presId="urn:microsoft.com/office/officeart/2008/layout/AlternatingHexagons"/>
    <dgm:cxn modelId="{523C3D6E-51AE-1F4E-B7D1-C274A9F8B2A1}" type="presParOf" srcId="{42B4D7AA-DFCA-6E4F-B5D8-F174ABCA4614}" destId="{E1A2537B-600F-9749-A39D-298FE478880B}" srcOrd="1" destOrd="0" presId="urn:microsoft.com/office/officeart/2008/layout/AlternatingHexagons"/>
    <dgm:cxn modelId="{FEA68AE8-A2C2-C046-A12C-0547D2F6AD51}" type="presParOf" srcId="{42B4D7AA-DFCA-6E4F-B5D8-F174ABCA4614}" destId="{9388B54E-43F7-F540-87C0-BC9191A114EF}" srcOrd="2" destOrd="0" presId="urn:microsoft.com/office/officeart/2008/layout/AlternatingHexagons"/>
    <dgm:cxn modelId="{6ADCFFCA-06B5-564C-A46F-E362A6095F30}" type="presParOf" srcId="{9388B54E-43F7-F540-87C0-BC9191A114EF}" destId="{D370F3FA-41DC-C244-A8A8-4FE5E2176B81}" srcOrd="0" destOrd="0" presId="urn:microsoft.com/office/officeart/2008/layout/AlternatingHexagons"/>
    <dgm:cxn modelId="{F26089E5-7E67-4F49-9627-4DF733404760}" type="presParOf" srcId="{9388B54E-43F7-F540-87C0-BC9191A114EF}" destId="{22B2FED9-B647-E54C-8F6F-3F3A65ACF9CE}" srcOrd="1" destOrd="0" presId="urn:microsoft.com/office/officeart/2008/layout/AlternatingHexagons"/>
    <dgm:cxn modelId="{D8901EF5-CBE4-CB41-B462-5BBB3D62B99A}" type="presParOf" srcId="{9388B54E-43F7-F540-87C0-BC9191A114EF}" destId="{1B104D03-6FC1-5B4F-BDC1-46C4A7552AB9}" srcOrd="2" destOrd="0" presId="urn:microsoft.com/office/officeart/2008/layout/AlternatingHexagons"/>
    <dgm:cxn modelId="{4EDC1FF3-0744-A945-AC22-D8F29E16EA1F}" type="presParOf" srcId="{9388B54E-43F7-F540-87C0-BC9191A114EF}" destId="{DFF86618-E8DE-4F46-9362-0FC91C332FC7}" srcOrd="3" destOrd="0" presId="urn:microsoft.com/office/officeart/2008/layout/AlternatingHexagons"/>
    <dgm:cxn modelId="{4E2AB6AD-2A35-4349-8F75-19151CEAB62B}" type="presParOf" srcId="{9388B54E-43F7-F540-87C0-BC9191A114EF}" destId="{48BC0382-9A97-DE4D-A2E6-D78A508CA70A}" srcOrd="4" destOrd="0" presId="urn:microsoft.com/office/officeart/2008/layout/AlternatingHexagons"/>
    <dgm:cxn modelId="{3EB7860A-28D5-7F4C-89E9-CC7BC12D619A}" type="presParOf" srcId="{42B4D7AA-DFCA-6E4F-B5D8-F174ABCA4614}" destId="{9CF98936-5D46-7740-820D-6261294C9BFB}" srcOrd="3" destOrd="0" presId="urn:microsoft.com/office/officeart/2008/layout/AlternatingHexagons"/>
    <dgm:cxn modelId="{FDCC78FE-0A29-9746-BE2E-B6A2F46EFB6D}" type="presParOf" srcId="{42B4D7AA-DFCA-6E4F-B5D8-F174ABCA4614}" destId="{7DD65FBE-13B2-BA4C-8FAC-466A6FA8A76C}" srcOrd="4" destOrd="0" presId="urn:microsoft.com/office/officeart/2008/layout/AlternatingHexagons"/>
    <dgm:cxn modelId="{7E451A66-C49A-4045-A04B-1619A85B3726}" type="presParOf" srcId="{7DD65FBE-13B2-BA4C-8FAC-466A6FA8A76C}" destId="{2DF3905F-8104-B744-8D27-A318C63A31A0}" srcOrd="0" destOrd="0" presId="urn:microsoft.com/office/officeart/2008/layout/AlternatingHexagons"/>
    <dgm:cxn modelId="{2669E8E4-C04D-2F49-A24C-825456ABED2F}" type="presParOf" srcId="{7DD65FBE-13B2-BA4C-8FAC-466A6FA8A76C}" destId="{83331443-D153-AF45-B7C1-B00537D24213}" srcOrd="1" destOrd="0" presId="urn:microsoft.com/office/officeart/2008/layout/AlternatingHexagons"/>
    <dgm:cxn modelId="{A053AFBC-7505-F143-9EB4-7BA878AF5DCC}" type="presParOf" srcId="{7DD65FBE-13B2-BA4C-8FAC-466A6FA8A76C}" destId="{FB9222E7-E6C5-0141-8EF9-04ACC7996D90}" srcOrd="2" destOrd="0" presId="urn:microsoft.com/office/officeart/2008/layout/AlternatingHexagons"/>
    <dgm:cxn modelId="{9E386C3B-4C65-D74E-9E03-C503F1D6A881}" type="presParOf" srcId="{7DD65FBE-13B2-BA4C-8FAC-466A6FA8A76C}" destId="{5466D2A1-F484-4B40-B0EF-E1FC5A1EDCF3}" srcOrd="3" destOrd="0" presId="urn:microsoft.com/office/officeart/2008/layout/AlternatingHexagons"/>
    <dgm:cxn modelId="{886C2F36-B34B-0742-BEC5-9A99AD14430F}" type="presParOf" srcId="{7DD65FBE-13B2-BA4C-8FAC-466A6FA8A76C}" destId="{D06FFF53-9A43-7348-B2C6-40E3EB1D7B4A}" srcOrd="4" destOrd="0" presId="urn:microsoft.com/office/officeart/2008/layout/AlternatingHexagons"/>
    <dgm:cxn modelId="{3B5ADD40-5DD8-F943-B0C6-739FF70F3C3E}" type="presParOf" srcId="{42B4D7AA-DFCA-6E4F-B5D8-F174ABCA4614}" destId="{B71741A0-DC63-044D-84A0-52026F28D6D0}" srcOrd="5" destOrd="0" presId="urn:microsoft.com/office/officeart/2008/layout/AlternatingHexagons"/>
    <dgm:cxn modelId="{9E8A84C4-7337-FD47-9FD1-932464691962}" type="presParOf" srcId="{42B4D7AA-DFCA-6E4F-B5D8-F174ABCA4614}" destId="{DF6201CC-3EDF-984E-8117-931CCEB4A153}" srcOrd="6" destOrd="0" presId="urn:microsoft.com/office/officeart/2008/layout/AlternatingHexagons"/>
    <dgm:cxn modelId="{55E775E5-6B7A-0343-9F61-9C7B0EE04E0A}" type="presParOf" srcId="{DF6201CC-3EDF-984E-8117-931CCEB4A153}" destId="{B4BCFD11-0296-2E47-9984-7F9E197199BA}" srcOrd="0" destOrd="0" presId="urn:microsoft.com/office/officeart/2008/layout/AlternatingHexagons"/>
    <dgm:cxn modelId="{0B4F9C33-47EC-4442-BA68-CFCC580A792A}" type="presParOf" srcId="{DF6201CC-3EDF-984E-8117-931CCEB4A153}" destId="{20F2FE2C-3801-C740-B672-F27557A281DE}" srcOrd="1" destOrd="0" presId="urn:microsoft.com/office/officeart/2008/layout/AlternatingHexagons"/>
    <dgm:cxn modelId="{18CB5A8F-EAEC-1C43-AE71-947219E05CBF}" type="presParOf" srcId="{DF6201CC-3EDF-984E-8117-931CCEB4A153}" destId="{19E19888-42D5-A54A-B65D-B70CF6578D5A}" srcOrd="2" destOrd="0" presId="urn:microsoft.com/office/officeart/2008/layout/AlternatingHexagons"/>
    <dgm:cxn modelId="{B6D7933A-B395-284A-9C7F-EF9E7E951B0C}" type="presParOf" srcId="{DF6201CC-3EDF-984E-8117-931CCEB4A153}" destId="{B1666747-15FD-CF46-A181-853D38F3CD92}" srcOrd="3" destOrd="0" presId="urn:microsoft.com/office/officeart/2008/layout/AlternatingHexagons"/>
    <dgm:cxn modelId="{6F78799A-706C-5148-9560-7832D419AB73}" type="presParOf" srcId="{DF6201CC-3EDF-984E-8117-931CCEB4A153}" destId="{4FC65B2D-D03C-F44D-ABCD-671E70592117}" srcOrd="4" destOrd="0" presId="urn:microsoft.com/office/officeart/2008/layout/AlternatingHexagons"/>
    <dgm:cxn modelId="{FDDE0EE4-C6FF-884E-9DB3-8CE9075CB0BB}" type="presParOf" srcId="{42B4D7AA-DFCA-6E4F-B5D8-F174ABCA4614}" destId="{D783FA3F-6B64-6743-834D-0518FE34C5EB}" srcOrd="7" destOrd="0" presId="urn:microsoft.com/office/officeart/2008/layout/AlternatingHexagons"/>
    <dgm:cxn modelId="{5E328DFC-82BB-3246-86EC-69955A408113}" type="presParOf" srcId="{42B4D7AA-DFCA-6E4F-B5D8-F174ABCA4614}" destId="{36455D75-C209-D749-9CE9-3AF272015CAF}" srcOrd="8" destOrd="0" presId="urn:microsoft.com/office/officeart/2008/layout/AlternatingHexagons"/>
    <dgm:cxn modelId="{292DB091-19E2-9A45-9CAB-EA9F6EF59417}" type="presParOf" srcId="{36455D75-C209-D749-9CE9-3AF272015CAF}" destId="{F6706851-D2C5-9B46-9E69-1E0A5871614E}" srcOrd="0" destOrd="0" presId="urn:microsoft.com/office/officeart/2008/layout/AlternatingHexagons"/>
    <dgm:cxn modelId="{65193726-AD06-2B48-AAD6-42469AB2EEC4}" type="presParOf" srcId="{36455D75-C209-D749-9CE9-3AF272015CAF}" destId="{C3EEF660-F89F-D74D-B544-0E03329E2DFD}" srcOrd="1" destOrd="0" presId="urn:microsoft.com/office/officeart/2008/layout/AlternatingHexagons"/>
    <dgm:cxn modelId="{B72FFC77-CAB9-B941-AD1C-5EE1F5158266}" type="presParOf" srcId="{36455D75-C209-D749-9CE9-3AF272015CAF}" destId="{496B8877-B0E0-B145-BEB7-7FA0D4F92F1A}" srcOrd="2" destOrd="0" presId="urn:microsoft.com/office/officeart/2008/layout/AlternatingHexagons"/>
    <dgm:cxn modelId="{29C77200-7A2F-2E41-86F6-F5A55543BD79}" type="presParOf" srcId="{36455D75-C209-D749-9CE9-3AF272015CAF}" destId="{BFADF39D-CFE2-F64B-9AFC-FD354AC6603F}" srcOrd="3" destOrd="0" presId="urn:microsoft.com/office/officeart/2008/layout/AlternatingHexagons"/>
    <dgm:cxn modelId="{E50288FC-7BCF-7B4E-97EB-ACEF7FB05738}" type="presParOf" srcId="{36455D75-C209-D749-9CE9-3AF272015CAF}" destId="{E5CF4B4D-603C-544F-ABC7-C353198A0358}" srcOrd="4" destOrd="0" presId="urn:microsoft.com/office/officeart/2008/layout/AlternatingHexagons"/>
    <dgm:cxn modelId="{F2B607E5-E99F-464C-A655-753CE34BB8DA}" type="presParOf" srcId="{42B4D7AA-DFCA-6E4F-B5D8-F174ABCA4614}" destId="{EF5E4A73-C94E-FF46-9F4C-B69B5AF563D5}" srcOrd="9" destOrd="0" presId="urn:microsoft.com/office/officeart/2008/layout/AlternatingHexagons"/>
    <dgm:cxn modelId="{EE69C0F3-5DE3-774A-811A-39F76DB08BE6}" type="presParOf" srcId="{42B4D7AA-DFCA-6E4F-B5D8-F174ABCA4614}" destId="{FE5149A7-6629-B649-BFFE-BFE5E80E8DB0}" srcOrd="10" destOrd="0" presId="urn:microsoft.com/office/officeart/2008/layout/AlternatingHexagons"/>
    <dgm:cxn modelId="{0DAB9F1D-C4ED-224F-B867-F2EF59BBB2D7}" type="presParOf" srcId="{FE5149A7-6629-B649-BFFE-BFE5E80E8DB0}" destId="{7D9145CF-519B-AE4F-9A77-A4BACC06AF37}" srcOrd="0" destOrd="0" presId="urn:microsoft.com/office/officeart/2008/layout/AlternatingHexagons"/>
    <dgm:cxn modelId="{DA30B20E-8EAE-5743-8C5F-EDC98EB46E02}" type="presParOf" srcId="{FE5149A7-6629-B649-BFFE-BFE5E80E8DB0}" destId="{018A559D-5570-2D4D-AE5B-55311D8FA7C2}" srcOrd="1" destOrd="0" presId="urn:microsoft.com/office/officeart/2008/layout/AlternatingHexagons"/>
    <dgm:cxn modelId="{4853C9A6-D33A-5B4C-8FE8-A69A78F637AD}" type="presParOf" srcId="{FE5149A7-6629-B649-BFFE-BFE5E80E8DB0}" destId="{96DC4934-FA85-7C43-9DAE-B92DC5CFEAAF}" srcOrd="2" destOrd="0" presId="urn:microsoft.com/office/officeart/2008/layout/AlternatingHexagons"/>
    <dgm:cxn modelId="{D50E5240-2EC1-9743-B3DF-57E705E93A5B}" type="presParOf" srcId="{FE5149A7-6629-B649-BFFE-BFE5E80E8DB0}" destId="{D5181ADA-BBF0-AF43-8F7A-945775D2BEF2}" srcOrd="3" destOrd="0" presId="urn:microsoft.com/office/officeart/2008/layout/AlternatingHexagons"/>
    <dgm:cxn modelId="{2AA494AB-8855-DC42-AF13-A9288756DDB2}" type="presParOf" srcId="{FE5149A7-6629-B649-BFFE-BFE5E80E8DB0}" destId="{7AA568D4-D948-9E4D-B5E6-41993F9471B9}"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586894-CF8A-954D-B6D5-CFC2104872E3}"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s-ES"/>
        </a:p>
      </dgm:t>
    </dgm:pt>
    <dgm:pt modelId="{60CCF6B1-760D-DB41-9A0F-03AD3CB727E7}">
      <dgm:prSet phldrT="[Texto]"/>
      <dgm:spPr/>
      <dgm:t>
        <a:bodyPr/>
        <a:lstStyle/>
        <a:p>
          <a:pPr>
            <a:lnSpc>
              <a:spcPct val="100000"/>
            </a:lnSpc>
            <a:defRPr b="1"/>
          </a:pPr>
          <a:r>
            <a:rPr lang="es-ES" dirty="0" err="1"/>
            <a:t>System</a:t>
          </a:r>
          <a:r>
            <a:rPr lang="es-ES" dirty="0"/>
            <a:t> </a:t>
          </a:r>
          <a:r>
            <a:rPr lang="es-ES" dirty="0" err="1"/>
            <a:t>message</a:t>
          </a:r>
          <a:endParaRPr lang="es-ES" dirty="0"/>
        </a:p>
      </dgm:t>
    </dgm:pt>
    <dgm:pt modelId="{B3B6ADFA-6E39-754D-8AF9-0E6EC43D5160}" type="parTrans" cxnId="{B1214886-DA18-B14A-B143-77DEFC4ACAB4}">
      <dgm:prSet/>
      <dgm:spPr/>
      <dgm:t>
        <a:bodyPr/>
        <a:lstStyle/>
        <a:p>
          <a:endParaRPr lang="es-ES"/>
        </a:p>
      </dgm:t>
    </dgm:pt>
    <dgm:pt modelId="{8F71E4A8-A120-EC45-8D9C-8F5BBD89FB3A}" type="sibTrans" cxnId="{B1214886-DA18-B14A-B143-77DEFC4ACAB4}">
      <dgm:prSet/>
      <dgm:spPr/>
      <dgm:t>
        <a:bodyPr/>
        <a:lstStyle/>
        <a:p>
          <a:endParaRPr lang="es-ES"/>
        </a:p>
      </dgm:t>
    </dgm:pt>
    <dgm:pt modelId="{10BA5711-055B-3E43-BFCE-D31E8A91EC9A}">
      <dgm:prSet phldrT="[Texto]" custT="1"/>
      <dgm:spPr/>
      <dgm:t>
        <a:bodyPr/>
        <a:lstStyle/>
        <a:p>
          <a:pPr>
            <a:lnSpc>
              <a:spcPct val="100000"/>
            </a:lnSpc>
          </a:pPr>
          <a:r>
            <a:rPr lang="es-ES" sz="1600" b="0" i="0" dirty="0"/>
            <a:t>Define el comportamiento global del modelo. Sirve para darle contexto o instrucciones generales.</a:t>
          </a:r>
          <a:endParaRPr lang="es-ES" sz="1600" dirty="0"/>
        </a:p>
      </dgm:t>
    </dgm:pt>
    <dgm:pt modelId="{7A1C8028-0C79-1345-9070-B0CF1375A488}" type="parTrans" cxnId="{AABB368D-DF0F-9A4A-A6E2-9CE09FF31DF6}">
      <dgm:prSet/>
      <dgm:spPr/>
      <dgm:t>
        <a:bodyPr/>
        <a:lstStyle/>
        <a:p>
          <a:endParaRPr lang="es-ES"/>
        </a:p>
      </dgm:t>
    </dgm:pt>
    <dgm:pt modelId="{157FDAE7-64C5-F64E-9D09-793F60C7ABB5}" type="sibTrans" cxnId="{AABB368D-DF0F-9A4A-A6E2-9CE09FF31DF6}">
      <dgm:prSet/>
      <dgm:spPr/>
      <dgm:t>
        <a:bodyPr/>
        <a:lstStyle/>
        <a:p>
          <a:endParaRPr lang="es-ES"/>
        </a:p>
      </dgm:t>
    </dgm:pt>
    <dgm:pt modelId="{4A59B5F2-88F6-1348-85B2-5B40CB052DF8}">
      <dgm:prSet phldrT="[Texto]" custT="1"/>
      <dgm:spPr/>
      <dgm:t>
        <a:bodyPr/>
        <a:lstStyle/>
        <a:p>
          <a:pPr>
            <a:lnSpc>
              <a:spcPct val="100000"/>
            </a:lnSpc>
          </a:pPr>
          <a:r>
            <a:rPr lang="es-ES" sz="1600" b="1" i="0" dirty="0"/>
            <a:t>Ejemplo:</a:t>
          </a:r>
          <a:r>
            <a:rPr lang="es-ES" sz="1600" b="0" i="0" dirty="0"/>
            <a:t> "Eres un asistente experto en programación Java."</a:t>
          </a:r>
          <a:endParaRPr lang="es-ES" sz="1600" dirty="0"/>
        </a:p>
      </dgm:t>
    </dgm:pt>
    <dgm:pt modelId="{70D7BDD7-3186-4741-8898-5BE324B98C26}" type="parTrans" cxnId="{0B4561FD-1375-094B-A764-DB8BFC7C5F8D}">
      <dgm:prSet/>
      <dgm:spPr/>
      <dgm:t>
        <a:bodyPr/>
        <a:lstStyle/>
        <a:p>
          <a:endParaRPr lang="es-ES"/>
        </a:p>
      </dgm:t>
    </dgm:pt>
    <dgm:pt modelId="{9A7E5505-B254-9842-9BB3-5D445171A630}" type="sibTrans" cxnId="{0B4561FD-1375-094B-A764-DB8BFC7C5F8D}">
      <dgm:prSet/>
      <dgm:spPr/>
      <dgm:t>
        <a:bodyPr/>
        <a:lstStyle/>
        <a:p>
          <a:endParaRPr lang="es-ES"/>
        </a:p>
      </dgm:t>
    </dgm:pt>
    <dgm:pt modelId="{EE77A164-024B-6045-93B3-692B97EC8FB0}">
      <dgm:prSet phldrT="[Texto]"/>
      <dgm:spPr/>
      <dgm:t>
        <a:bodyPr/>
        <a:lstStyle/>
        <a:p>
          <a:pPr>
            <a:lnSpc>
              <a:spcPct val="100000"/>
            </a:lnSpc>
            <a:defRPr b="1"/>
          </a:pPr>
          <a:r>
            <a:rPr lang="es-ES"/>
            <a:t>User message</a:t>
          </a:r>
        </a:p>
      </dgm:t>
    </dgm:pt>
    <dgm:pt modelId="{1F53B134-744F-DD4D-9811-20A374ADFAC7}" type="parTrans" cxnId="{17348BB6-02AA-2842-9BC9-0C5163D0D0F3}">
      <dgm:prSet/>
      <dgm:spPr/>
      <dgm:t>
        <a:bodyPr/>
        <a:lstStyle/>
        <a:p>
          <a:endParaRPr lang="es-ES"/>
        </a:p>
      </dgm:t>
    </dgm:pt>
    <dgm:pt modelId="{B2C86E42-A685-E644-870B-CEB8F4EDED9F}" type="sibTrans" cxnId="{17348BB6-02AA-2842-9BC9-0C5163D0D0F3}">
      <dgm:prSet/>
      <dgm:spPr/>
      <dgm:t>
        <a:bodyPr/>
        <a:lstStyle/>
        <a:p>
          <a:endParaRPr lang="es-ES"/>
        </a:p>
      </dgm:t>
    </dgm:pt>
    <dgm:pt modelId="{B215F9EE-7B70-F14E-852D-9BFBCED8B9C1}">
      <dgm:prSet phldrT="[Texto]" custT="1"/>
      <dgm:spPr/>
      <dgm:t>
        <a:bodyPr/>
        <a:lstStyle/>
        <a:p>
          <a:pPr>
            <a:lnSpc>
              <a:spcPct val="100000"/>
            </a:lnSpc>
          </a:pPr>
          <a:r>
            <a:rPr lang="es-ES" sz="1600" b="0" i="0" dirty="0"/>
            <a:t>Es el mensaje que envía el usuario</a:t>
          </a:r>
          <a:endParaRPr lang="es-ES" sz="1600" dirty="0"/>
        </a:p>
      </dgm:t>
    </dgm:pt>
    <dgm:pt modelId="{33C6123F-5C35-754D-AF73-4B2C7B30A0F6}" type="parTrans" cxnId="{25FBF232-4498-E24D-A7EC-721FD0A4E2F1}">
      <dgm:prSet/>
      <dgm:spPr/>
      <dgm:t>
        <a:bodyPr/>
        <a:lstStyle/>
        <a:p>
          <a:endParaRPr lang="es-ES"/>
        </a:p>
      </dgm:t>
    </dgm:pt>
    <dgm:pt modelId="{783B8A5C-4C7E-B54B-AACE-2C84B079F4C8}" type="sibTrans" cxnId="{25FBF232-4498-E24D-A7EC-721FD0A4E2F1}">
      <dgm:prSet/>
      <dgm:spPr/>
      <dgm:t>
        <a:bodyPr/>
        <a:lstStyle/>
        <a:p>
          <a:endParaRPr lang="es-ES"/>
        </a:p>
      </dgm:t>
    </dgm:pt>
    <dgm:pt modelId="{C1E1EDE2-88F9-EF48-A880-16AD776861F5}">
      <dgm:prSet phldrT="[Texto]" custT="1"/>
      <dgm:spPr/>
      <dgm:t>
        <a:bodyPr/>
        <a:lstStyle/>
        <a:p>
          <a:pPr>
            <a:lnSpc>
              <a:spcPct val="100000"/>
            </a:lnSpc>
          </a:pPr>
          <a:r>
            <a:rPr lang="es-ES" sz="1600" b="1" i="0" dirty="0"/>
            <a:t>Ejemplo:</a:t>
          </a:r>
          <a:r>
            <a:rPr lang="es-ES" sz="1600" b="0" i="0" dirty="0"/>
            <a:t> "¿Cómo hago una API REST con Spring Boot?"</a:t>
          </a:r>
          <a:endParaRPr lang="es-ES" sz="1600" dirty="0"/>
        </a:p>
      </dgm:t>
    </dgm:pt>
    <dgm:pt modelId="{11640F87-11B3-F542-8B3C-28DF984D8000}" type="parTrans" cxnId="{278133F2-261D-A448-8515-E7C08BBE7C13}">
      <dgm:prSet/>
      <dgm:spPr/>
      <dgm:t>
        <a:bodyPr/>
        <a:lstStyle/>
        <a:p>
          <a:endParaRPr lang="es-ES"/>
        </a:p>
      </dgm:t>
    </dgm:pt>
    <dgm:pt modelId="{DAEDE04F-B5A0-284D-9064-7BCD9F940434}" type="sibTrans" cxnId="{278133F2-261D-A448-8515-E7C08BBE7C13}">
      <dgm:prSet/>
      <dgm:spPr/>
      <dgm:t>
        <a:bodyPr/>
        <a:lstStyle/>
        <a:p>
          <a:endParaRPr lang="es-ES"/>
        </a:p>
      </dgm:t>
    </dgm:pt>
    <dgm:pt modelId="{4B61BBE1-A077-2741-AD86-90503E4E7156}">
      <dgm:prSet phldrT="[Texto]"/>
      <dgm:spPr/>
      <dgm:t>
        <a:bodyPr/>
        <a:lstStyle/>
        <a:p>
          <a:pPr>
            <a:lnSpc>
              <a:spcPct val="100000"/>
            </a:lnSpc>
            <a:defRPr b="1"/>
          </a:pPr>
          <a:r>
            <a:rPr lang="es-ES" b="1" i="0"/>
            <a:t>Assistant Message</a:t>
          </a:r>
          <a:endParaRPr lang="es-ES"/>
        </a:p>
      </dgm:t>
    </dgm:pt>
    <dgm:pt modelId="{E014A3EB-7787-ED44-8057-98B0D2384196}" type="parTrans" cxnId="{B5DE4330-AA1A-6340-87D0-1C1FC4EA2EF1}">
      <dgm:prSet/>
      <dgm:spPr/>
      <dgm:t>
        <a:bodyPr/>
        <a:lstStyle/>
        <a:p>
          <a:endParaRPr lang="es-ES"/>
        </a:p>
      </dgm:t>
    </dgm:pt>
    <dgm:pt modelId="{B2DB7FF6-513E-6240-9CA5-16E65E54A952}" type="sibTrans" cxnId="{B5DE4330-AA1A-6340-87D0-1C1FC4EA2EF1}">
      <dgm:prSet/>
      <dgm:spPr/>
      <dgm:t>
        <a:bodyPr/>
        <a:lstStyle/>
        <a:p>
          <a:endParaRPr lang="es-ES"/>
        </a:p>
      </dgm:t>
    </dgm:pt>
    <dgm:pt modelId="{E5F047A7-20A5-A241-A3B7-5E4C822F534E}">
      <dgm:prSet phldrT="[Texto]" custT="1"/>
      <dgm:spPr/>
      <dgm:t>
        <a:bodyPr/>
        <a:lstStyle/>
        <a:p>
          <a:pPr>
            <a:lnSpc>
              <a:spcPct val="100000"/>
            </a:lnSpc>
          </a:pPr>
          <a:r>
            <a:rPr lang="es-ES" sz="1600" b="0" i="0" dirty="0"/>
            <a:t>Es la respuesta generada por el modelo.</a:t>
          </a:r>
          <a:endParaRPr lang="es-ES" sz="1600" dirty="0"/>
        </a:p>
      </dgm:t>
    </dgm:pt>
    <dgm:pt modelId="{FEF49B80-20CA-8C46-AA63-742E460EAFD0}" type="parTrans" cxnId="{3378CE6D-5B1F-7B41-B95C-9619330EA295}">
      <dgm:prSet/>
      <dgm:spPr/>
      <dgm:t>
        <a:bodyPr/>
        <a:lstStyle/>
        <a:p>
          <a:endParaRPr lang="es-ES"/>
        </a:p>
      </dgm:t>
    </dgm:pt>
    <dgm:pt modelId="{3F5F759C-17CB-3F45-B442-9BCA4E167969}" type="sibTrans" cxnId="{3378CE6D-5B1F-7B41-B95C-9619330EA295}">
      <dgm:prSet/>
      <dgm:spPr/>
      <dgm:t>
        <a:bodyPr/>
        <a:lstStyle/>
        <a:p>
          <a:endParaRPr lang="es-ES"/>
        </a:p>
      </dgm:t>
    </dgm:pt>
    <dgm:pt modelId="{344BEFBD-E838-0E48-80E6-C989C4F25B23}">
      <dgm:prSet phldrT="[Texto]" custT="1"/>
      <dgm:spPr/>
      <dgm:t>
        <a:bodyPr/>
        <a:lstStyle/>
        <a:p>
          <a:pPr>
            <a:lnSpc>
              <a:spcPct val="100000"/>
            </a:lnSpc>
          </a:pPr>
          <a:r>
            <a:rPr lang="es-ES" sz="1600" b="1" i="0" dirty="0"/>
            <a:t>Ejemplo:</a:t>
          </a:r>
          <a:r>
            <a:rPr lang="es-ES" sz="1600" b="0" i="0" dirty="0"/>
            <a:t> "Puedes crear una API REST usando @</a:t>
          </a:r>
          <a:r>
            <a:rPr lang="es-ES" sz="1600" b="0" i="0" dirty="0" err="1"/>
            <a:t>RestController</a:t>
          </a:r>
          <a:r>
            <a:rPr lang="es-ES" sz="1600" b="0" i="0" dirty="0"/>
            <a:t>..."</a:t>
          </a:r>
          <a:endParaRPr lang="es-ES" sz="1600" dirty="0"/>
        </a:p>
      </dgm:t>
    </dgm:pt>
    <dgm:pt modelId="{00EAA50E-58EA-8741-A53F-F39EE66D6524}" type="parTrans" cxnId="{CAD1849A-7D88-3249-A37F-5C4C819DB89A}">
      <dgm:prSet/>
      <dgm:spPr/>
      <dgm:t>
        <a:bodyPr/>
        <a:lstStyle/>
        <a:p>
          <a:endParaRPr lang="es-ES"/>
        </a:p>
      </dgm:t>
    </dgm:pt>
    <dgm:pt modelId="{262B0FAA-2A00-6145-B0E9-398106657BE7}" type="sibTrans" cxnId="{CAD1849A-7D88-3249-A37F-5C4C819DB89A}">
      <dgm:prSet/>
      <dgm:spPr/>
      <dgm:t>
        <a:bodyPr/>
        <a:lstStyle/>
        <a:p>
          <a:endParaRPr lang="es-ES"/>
        </a:p>
      </dgm:t>
    </dgm:pt>
    <dgm:pt modelId="{82F30B69-46C4-475F-AF05-C06139A721F6}" type="pres">
      <dgm:prSet presAssocID="{81586894-CF8A-954D-B6D5-CFC2104872E3}" presName="root" presStyleCnt="0">
        <dgm:presLayoutVars>
          <dgm:dir/>
          <dgm:resizeHandles val="exact"/>
        </dgm:presLayoutVars>
      </dgm:prSet>
      <dgm:spPr/>
    </dgm:pt>
    <dgm:pt modelId="{8AB0A2DF-CC5F-4606-8148-FC23970F784E}" type="pres">
      <dgm:prSet presAssocID="{60CCF6B1-760D-DB41-9A0F-03AD3CB727E7}" presName="compNode" presStyleCnt="0"/>
      <dgm:spPr/>
    </dgm:pt>
    <dgm:pt modelId="{014BEC30-B1C4-44E7-8B2C-5D2E13594DAB}" type="pres">
      <dgm:prSet presAssocID="{60CCF6B1-760D-DB41-9A0F-03AD3CB727E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Network Diagram"/>
        </a:ext>
      </dgm:extLst>
    </dgm:pt>
    <dgm:pt modelId="{9A61B7D1-510D-4A8A-B43C-80FA4F92E97C}" type="pres">
      <dgm:prSet presAssocID="{60CCF6B1-760D-DB41-9A0F-03AD3CB727E7}" presName="iconSpace" presStyleCnt="0"/>
      <dgm:spPr/>
    </dgm:pt>
    <dgm:pt modelId="{08C89A1E-CCF7-4411-923A-76B30B190F2D}" type="pres">
      <dgm:prSet presAssocID="{60CCF6B1-760D-DB41-9A0F-03AD3CB727E7}" presName="parTx" presStyleLbl="revTx" presStyleIdx="0" presStyleCnt="6">
        <dgm:presLayoutVars>
          <dgm:chMax val="0"/>
          <dgm:chPref val="0"/>
        </dgm:presLayoutVars>
      </dgm:prSet>
      <dgm:spPr/>
    </dgm:pt>
    <dgm:pt modelId="{EF870428-C468-4E8B-9F48-26FC8B8AF48D}" type="pres">
      <dgm:prSet presAssocID="{60CCF6B1-760D-DB41-9A0F-03AD3CB727E7}" presName="txSpace" presStyleCnt="0"/>
      <dgm:spPr/>
    </dgm:pt>
    <dgm:pt modelId="{F38285A2-23BA-4D5E-82D4-ECF344C3708F}" type="pres">
      <dgm:prSet presAssocID="{60CCF6B1-760D-DB41-9A0F-03AD3CB727E7}" presName="desTx" presStyleLbl="revTx" presStyleIdx="1" presStyleCnt="6">
        <dgm:presLayoutVars/>
      </dgm:prSet>
      <dgm:spPr/>
    </dgm:pt>
    <dgm:pt modelId="{BC04514E-07B4-436F-AEAE-6F2B71FE1A03}" type="pres">
      <dgm:prSet presAssocID="{8F71E4A8-A120-EC45-8D9C-8F5BBD89FB3A}" presName="sibTrans" presStyleCnt="0"/>
      <dgm:spPr/>
    </dgm:pt>
    <dgm:pt modelId="{2C7B4EAD-EAD7-405B-92A0-13E0ED9A1B6B}" type="pres">
      <dgm:prSet presAssocID="{EE77A164-024B-6045-93B3-692B97EC8FB0}" presName="compNode" presStyleCnt="0"/>
      <dgm:spPr/>
    </dgm:pt>
    <dgm:pt modelId="{DE3E0C5B-D4F1-47F7-90A9-F58EA719492D}" type="pres">
      <dgm:prSet presAssocID="{EE77A164-024B-6045-93B3-692B97EC8FB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ador"/>
        </a:ext>
      </dgm:extLst>
    </dgm:pt>
    <dgm:pt modelId="{6A17BD5F-A45D-416B-9560-DBD21B264F8C}" type="pres">
      <dgm:prSet presAssocID="{EE77A164-024B-6045-93B3-692B97EC8FB0}" presName="iconSpace" presStyleCnt="0"/>
      <dgm:spPr/>
    </dgm:pt>
    <dgm:pt modelId="{D9D3D8B7-A622-40F4-8A02-C30637209CF6}" type="pres">
      <dgm:prSet presAssocID="{EE77A164-024B-6045-93B3-692B97EC8FB0}" presName="parTx" presStyleLbl="revTx" presStyleIdx="2" presStyleCnt="6">
        <dgm:presLayoutVars>
          <dgm:chMax val="0"/>
          <dgm:chPref val="0"/>
        </dgm:presLayoutVars>
      </dgm:prSet>
      <dgm:spPr/>
    </dgm:pt>
    <dgm:pt modelId="{A75D2F79-941E-4BD0-8F6D-240A25A905AC}" type="pres">
      <dgm:prSet presAssocID="{EE77A164-024B-6045-93B3-692B97EC8FB0}" presName="txSpace" presStyleCnt="0"/>
      <dgm:spPr/>
    </dgm:pt>
    <dgm:pt modelId="{32B59CA5-989E-4257-BCAA-8661C085A788}" type="pres">
      <dgm:prSet presAssocID="{EE77A164-024B-6045-93B3-692B97EC8FB0}" presName="desTx" presStyleLbl="revTx" presStyleIdx="3" presStyleCnt="6">
        <dgm:presLayoutVars/>
      </dgm:prSet>
      <dgm:spPr/>
    </dgm:pt>
    <dgm:pt modelId="{EDB752A2-F7F7-42B0-A6BC-4A93DC85AE01}" type="pres">
      <dgm:prSet presAssocID="{B2C86E42-A685-E644-870B-CEB8F4EDED9F}" presName="sibTrans" presStyleCnt="0"/>
      <dgm:spPr/>
    </dgm:pt>
    <dgm:pt modelId="{39C3724E-71F7-4738-8AA5-A6E6EDFE5F0B}" type="pres">
      <dgm:prSet presAssocID="{4B61BBE1-A077-2741-AD86-90503E4E7156}" presName="compNode" presStyleCnt="0"/>
      <dgm:spPr/>
    </dgm:pt>
    <dgm:pt modelId="{4561C328-7BD9-4A3B-8B43-18CCCB615188}" type="pres">
      <dgm:prSet presAssocID="{4B61BBE1-A077-2741-AD86-90503E4E715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ubtítulos"/>
        </a:ext>
      </dgm:extLst>
    </dgm:pt>
    <dgm:pt modelId="{336B7BA1-4370-4F24-BBC2-CAB61398C664}" type="pres">
      <dgm:prSet presAssocID="{4B61BBE1-A077-2741-AD86-90503E4E7156}" presName="iconSpace" presStyleCnt="0"/>
      <dgm:spPr/>
    </dgm:pt>
    <dgm:pt modelId="{D90A7CE8-14F4-4E47-99AE-7FFA2D258570}" type="pres">
      <dgm:prSet presAssocID="{4B61BBE1-A077-2741-AD86-90503E4E7156}" presName="parTx" presStyleLbl="revTx" presStyleIdx="4" presStyleCnt="6">
        <dgm:presLayoutVars>
          <dgm:chMax val="0"/>
          <dgm:chPref val="0"/>
        </dgm:presLayoutVars>
      </dgm:prSet>
      <dgm:spPr/>
    </dgm:pt>
    <dgm:pt modelId="{CE1BB64A-1231-464C-9934-B2CE920543DC}" type="pres">
      <dgm:prSet presAssocID="{4B61BBE1-A077-2741-AD86-90503E4E7156}" presName="txSpace" presStyleCnt="0"/>
      <dgm:spPr/>
    </dgm:pt>
    <dgm:pt modelId="{AA3C0A1D-21CF-482C-BA8E-C488B099D192}" type="pres">
      <dgm:prSet presAssocID="{4B61BBE1-A077-2741-AD86-90503E4E7156}" presName="desTx" presStyleLbl="revTx" presStyleIdx="5" presStyleCnt="6">
        <dgm:presLayoutVars/>
      </dgm:prSet>
      <dgm:spPr/>
    </dgm:pt>
  </dgm:ptLst>
  <dgm:cxnLst>
    <dgm:cxn modelId="{350BD40E-1B7E-6045-99EB-F2F952BC7D34}" type="presOf" srcId="{4A59B5F2-88F6-1348-85B2-5B40CB052DF8}" destId="{F38285A2-23BA-4D5E-82D4-ECF344C3708F}" srcOrd="0" destOrd="1" presId="urn:microsoft.com/office/officeart/2018/2/layout/IconLabelDescriptionList"/>
    <dgm:cxn modelId="{9793BD1A-A722-5549-8527-68C079A0E64E}" type="presOf" srcId="{4B61BBE1-A077-2741-AD86-90503E4E7156}" destId="{D90A7CE8-14F4-4E47-99AE-7FFA2D258570}" srcOrd="0" destOrd="0" presId="urn:microsoft.com/office/officeart/2018/2/layout/IconLabelDescriptionList"/>
    <dgm:cxn modelId="{B5DE4330-AA1A-6340-87D0-1C1FC4EA2EF1}" srcId="{81586894-CF8A-954D-B6D5-CFC2104872E3}" destId="{4B61BBE1-A077-2741-AD86-90503E4E7156}" srcOrd="2" destOrd="0" parTransId="{E014A3EB-7787-ED44-8057-98B0D2384196}" sibTransId="{B2DB7FF6-513E-6240-9CA5-16E65E54A952}"/>
    <dgm:cxn modelId="{25FBF232-4498-E24D-A7EC-721FD0A4E2F1}" srcId="{EE77A164-024B-6045-93B3-692B97EC8FB0}" destId="{B215F9EE-7B70-F14E-852D-9BFBCED8B9C1}" srcOrd="0" destOrd="0" parTransId="{33C6123F-5C35-754D-AF73-4B2C7B30A0F6}" sibTransId="{783B8A5C-4C7E-B54B-AACE-2C84B079F4C8}"/>
    <dgm:cxn modelId="{7CA41433-485E-1C43-914F-06C1D8C557CF}" type="presOf" srcId="{B215F9EE-7B70-F14E-852D-9BFBCED8B9C1}" destId="{32B59CA5-989E-4257-BCAA-8661C085A788}" srcOrd="0" destOrd="0" presId="urn:microsoft.com/office/officeart/2018/2/layout/IconLabelDescriptionList"/>
    <dgm:cxn modelId="{B3CF9B37-BBE8-5C42-BEE0-AEFAF789E5E2}" type="presOf" srcId="{E5F047A7-20A5-A241-A3B7-5E4C822F534E}" destId="{AA3C0A1D-21CF-482C-BA8E-C488B099D192}" srcOrd="0" destOrd="0" presId="urn:microsoft.com/office/officeart/2018/2/layout/IconLabelDescriptionList"/>
    <dgm:cxn modelId="{8C3C743D-A202-2949-B918-CA21ED85D826}" type="presOf" srcId="{81586894-CF8A-954D-B6D5-CFC2104872E3}" destId="{82F30B69-46C4-475F-AF05-C06139A721F6}" srcOrd="0" destOrd="0" presId="urn:microsoft.com/office/officeart/2018/2/layout/IconLabelDescriptionList"/>
    <dgm:cxn modelId="{D51D3159-6E77-7141-84BA-96B88CA3C0A1}" type="presOf" srcId="{C1E1EDE2-88F9-EF48-A880-16AD776861F5}" destId="{32B59CA5-989E-4257-BCAA-8661C085A788}" srcOrd="0" destOrd="1" presId="urn:microsoft.com/office/officeart/2018/2/layout/IconLabelDescriptionList"/>
    <dgm:cxn modelId="{F8ACD059-EA68-994D-93A1-7FB05A0FA143}" type="presOf" srcId="{60CCF6B1-760D-DB41-9A0F-03AD3CB727E7}" destId="{08C89A1E-CCF7-4411-923A-76B30B190F2D}" srcOrd="0" destOrd="0" presId="urn:microsoft.com/office/officeart/2018/2/layout/IconLabelDescriptionList"/>
    <dgm:cxn modelId="{0ACC4667-6574-E946-AF1C-1F64C733CE7C}" type="presOf" srcId="{10BA5711-055B-3E43-BFCE-D31E8A91EC9A}" destId="{F38285A2-23BA-4D5E-82D4-ECF344C3708F}" srcOrd="0" destOrd="0" presId="urn:microsoft.com/office/officeart/2018/2/layout/IconLabelDescriptionList"/>
    <dgm:cxn modelId="{3378CE6D-5B1F-7B41-B95C-9619330EA295}" srcId="{4B61BBE1-A077-2741-AD86-90503E4E7156}" destId="{E5F047A7-20A5-A241-A3B7-5E4C822F534E}" srcOrd="0" destOrd="0" parTransId="{FEF49B80-20CA-8C46-AA63-742E460EAFD0}" sibTransId="{3F5F759C-17CB-3F45-B442-9BCA4E167969}"/>
    <dgm:cxn modelId="{BCC40777-5A36-B645-8D1D-D70FCD20EDE4}" type="presOf" srcId="{EE77A164-024B-6045-93B3-692B97EC8FB0}" destId="{D9D3D8B7-A622-40F4-8A02-C30637209CF6}" srcOrd="0" destOrd="0" presId="urn:microsoft.com/office/officeart/2018/2/layout/IconLabelDescriptionList"/>
    <dgm:cxn modelId="{B1214886-DA18-B14A-B143-77DEFC4ACAB4}" srcId="{81586894-CF8A-954D-B6D5-CFC2104872E3}" destId="{60CCF6B1-760D-DB41-9A0F-03AD3CB727E7}" srcOrd="0" destOrd="0" parTransId="{B3B6ADFA-6E39-754D-8AF9-0E6EC43D5160}" sibTransId="{8F71E4A8-A120-EC45-8D9C-8F5BBD89FB3A}"/>
    <dgm:cxn modelId="{AABB368D-DF0F-9A4A-A6E2-9CE09FF31DF6}" srcId="{60CCF6B1-760D-DB41-9A0F-03AD3CB727E7}" destId="{10BA5711-055B-3E43-BFCE-D31E8A91EC9A}" srcOrd="0" destOrd="0" parTransId="{7A1C8028-0C79-1345-9070-B0CF1375A488}" sibTransId="{157FDAE7-64C5-F64E-9D09-793F60C7ABB5}"/>
    <dgm:cxn modelId="{CAD1849A-7D88-3249-A37F-5C4C819DB89A}" srcId="{4B61BBE1-A077-2741-AD86-90503E4E7156}" destId="{344BEFBD-E838-0E48-80E6-C989C4F25B23}" srcOrd="1" destOrd="0" parTransId="{00EAA50E-58EA-8741-A53F-F39EE66D6524}" sibTransId="{262B0FAA-2A00-6145-B0E9-398106657BE7}"/>
    <dgm:cxn modelId="{00CBF9B0-CEE2-2B49-8A0C-122355544FDF}" type="presOf" srcId="{344BEFBD-E838-0E48-80E6-C989C4F25B23}" destId="{AA3C0A1D-21CF-482C-BA8E-C488B099D192}" srcOrd="0" destOrd="1" presId="urn:microsoft.com/office/officeart/2018/2/layout/IconLabelDescriptionList"/>
    <dgm:cxn modelId="{17348BB6-02AA-2842-9BC9-0C5163D0D0F3}" srcId="{81586894-CF8A-954D-B6D5-CFC2104872E3}" destId="{EE77A164-024B-6045-93B3-692B97EC8FB0}" srcOrd="1" destOrd="0" parTransId="{1F53B134-744F-DD4D-9811-20A374ADFAC7}" sibTransId="{B2C86E42-A685-E644-870B-CEB8F4EDED9F}"/>
    <dgm:cxn modelId="{278133F2-261D-A448-8515-E7C08BBE7C13}" srcId="{EE77A164-024B-6045-93B3-692B97EC8FB0}" destId="{C1E1EDE2-88F9-EF48-A880-16AD776861F5}" srcOrd="1" destOrd="0" parTransId="{11640F87-11B3-F542-8B3C-28DF984D8000}" sibTransId="{DAEDE04F-B5A0-284D-9064-7BCD9F940434}"/>
    <dgm:cxn modelId="{0B4561FD-1375-094B-A764-DB8BFC7C5F8D}" srcId="{60CCF6B1-760D-DB41-9A0F-03AD3CB727E7}" destId="{4A59B5F2-88F6-1348-85B2-5B40CB052DF8}" srcOrd="1" destOrd="0" parTransId="{70D7BDD7-3186-4741-8898-5BE324B98C26}" sibTransId="{9A7E5505-B254-9842-9BB3-5D445171A630}"/>
    <dgm:cxn modelId="{B276D6CD-D636-1348-BC03-1B645F4E797F}" type="presParOf" srcId="{82F30B69-46C4-475F-AF05-C06139A721F6}" destId="{8AB0A2DF-CC5F-4606-8148-FC23970F784E}" srcOrd="0" destOrd="0" presId="urn:microsoft.com/office/officeart/2018/2/layout/IconLabelDescriptionList"/>
    <dgm:cxn modelId="{C3F3EA00-D4CA-8647-81A0-DF7AE8C56AA9}" type="presParOf" srcId="{8AB0A2DF-CC5F-4606-8148-FC23970F784E}" destId="{014BEC30-B1C4-44E7-8B2C-5D2E13594DAB}" srcOrd="0" destOrd="0" presId="urn:microsoft.com/office/officeart/2018/2/layout/IconLabelDescriptionList"/>
    <dgm:cxn modelId="{A9F163A5-A008-3447-A84C-4BA2B91CF6F4}" type="presParOf" srcId="{8AB0A2DF-CC5F-4606-8148-FC23970F784E}" destId="{9A61B7D1-510D-4A8A-B43C-80FA4F92E97C}" srcOrd="1" destOrd="0" presId="urn:microsoft.com/office/officeart/2018/2/layout/IconLabelDescriptionList"/>
    <dgm:cxn modelId="{C9890117-CD73-E741-9D9E-15D23BA679D7}" type="presParOf" srcId="{8AB0A2DF-CC5F-4606-8148-FC23970F784E}" destId="{08C89A1E-CCF7-4411-923A-76B30B190F2D}" srcOrd="2" destOrd="0" presId="urn:microsoft.com/office/officeart/2018/2/layout/IconLabelDescriptionList"/>
    <dgm:cxn modelId="{FEAFB4BC-5769-304E-B44D-6B69A10BC3F6}" type="presParOf" srcId="{8AB0A2DF-CC5F-4606-8148-FC23970F784E}" destId="{EF870428-C468-4E8B-9F48-26FC8B8AF48D}" srcOrd="3" destOrd="0" presId="urn:microsoft.com/office/officeart/2018/2/layout/IconLabelDescriptionList"/>
    <dgm:cxn modelId="{17C291B4-84FE-1C48-8AEB-7FAC342D77F9}" type="presParOf" srcId="{8AB0A2DF-CC5F-4606-8148-FC23970F784E}" destId="{F38285A2-23BA-4D5E-82D4-ECF344C3708F}" srcOrd="4" destOrd="0" presId="urn:microsoft.com/office/officeart/2018/2/layout/IconLabelDescriptionList"/>
    <dgm:cxn modelId="{890D95FF-E40D-2C4F-B89B-9354B7D31D38}" type="presParOf" srcId="{82F30B69-46C4-475F-AF05-C06139A721F6}" destId="{BC04514E-07B4-436F-AEAE-6F2B71FE1A03}" srcOrd="1" destOrd="0" presId="urn:microsoft.com/office/officeart/2018/2/layout/IconLabelDescriptionList"/>
    <dgm:cxn modelId="{49733BA8-E8B8-454C-A97F-C0D985D78C3F}" type="presParOf" srcId="{82F30B69-46C4-475F-AF05-C06139A721F6}" destId="{2C7B4EAD-EAD7-405B-92A0-13E0ED9A1B6B}" srcOrd="2" destOrd="0" presId="urn:microsoft.com/office/officeart/2018/2/layout/IconLabelDescriptionList"/>
    <dgm:cxn modelId="{27F7A35F-E0F0-674F-BEFA-A8098D072D39}" type="presParOf" srcId="{2C7B4EAD-EAD7-405B-92A0-13E0ED9A1B6B}" destId="{DE3E0C5B-D4F1-47F7-90A9-F58EA719492D}" srcOrd="0" destOrd="0" presId="urn:microsoft.com/office/officeart/2018/2/layout/IconLabelDescriptionList"/>
    <dgm:cxn modelId="{D324C214-2D48-404A-9B1B-ADBCD6AFAB74}" type="presParOf" srcId="{2C7B4EAD-EAD7-405B-92A0-13E0ED9A1B6B}" destId="{6A17BD5F-A45D-416B-9560-DBD21B264F8C}" srcOrd="1" destOrd="0" presId="urn:microsoft.com/office/officeart/2018/2/layout/IconLabelDescriptionList"/>
    <dgm:cxn modelId="{D9FC2AFD-CFFA-A240-9C94-AF7A8D6892AF}" type="presParOf" srcId="{2C7B4EAD-EAD7-405B-92A0-13E0ED9A1B6B}" destId="{D9D3D8B7-A622-40F4-8A02-C30637209CF6}" srcOrd="2" destOrd="0" presId="urn:microsoft.com/office/officeart/2018/2/layout/IconLabelDescriptionList"/>
    <dgm:cxn modelId="{DFE9CC91-B45D-F843-89C9-D907B575AC49}" type="presParOf" srcId="{2C7B4EAD-EAD7-405B-92A0-13E0ED9A1B6B}" destId="{A75D2F79-941E-4BD0-8F6D-240A25A905AC}" srcOrd="3" destOrd="0" presId="urn:microsoft.com/office/officeart/2018/2/layout/IconLabelDescriptionList"/>
    <dgm:cxn modelId="{A00EF2C5-FB7C-2E46-91B7-0BFDD4DCC5A6}" type="presParOf" srcId="{2C7B4EAD-EAD7-405B-92A0-13E0ED9A1B6B}" destId="{32B59CA5-989E-4257-BCAA-8661C085A788}" srcOrd="4" destOrd="0" presId="urn:microsoft.com/office/officeart/2018/2/layout/IconLabelDescriptionList"/>
    <dgm:cxn modelId="{6A4DA463-D17F-0344-871B-F2B1C3B269D2}" type="presParOf" srcId="{82F30B69-46C4-475F-AF05-C06139A721F6}" destId="{EDB752A2-F7F7-42B0-A6BC-4A93DC85AE01}" srcOrd="3" destOrd="0" presId="urn:microsoft.com/office/officeart/2018/2/layout/IconLabelDescriptionList"/>
    <dgm:cxn modelId="{B2F6E285-C781-0A48-BC1A-9E24DED3D425}" type="presParOf" srcId="{82F30B69-46C4-475F-AF05-C06139A721F6}" destId="{39C3724E-71F7-4738-8AA5-A6E6EDFE5F0B}" srcOrd="4" destOrd="0" presId="urn:microsoft.com/office/officeart/2018/2/layout/IconLabelDescriptionList"/>
    <dgm:cxn modelId="{26D432E7-A4FD-F344-9844-E03F51F2B7D9}" type="presParOf" srcId="{39C3724E-71F7-4738-8AA5-A6E6EDFE5F0B}" destId="{4561C328-7BD9-4A3B-8B43-18CCCB615188}" srcOrd="0" destOrd="0" presId="urn:microsoft.com/office/officeart/2018/2/layout/IconLabelDescriptionList"/>
    <dgm:cxn modelId="{F5AD013C-B07B-BD46-A1EF-548E767F0BA3}" type="presParOf" srcId="{39C3724E-71F7-4738-8AA5-A6E6EDFE5F0B}" destId="{336B7BA1-4370-4F24-BBC2-CAB61398C664}" srcOrd="1" destOrd="0" presId="urn:microsoft.com/office/officeart/2018/2/layout/IconLabelDescriptionList"/>
    <dgm:cxn modelId="{17CCFBE0-2854-3448-A810-7F073BCD70A0}" type="presParOf" srcId="{39C3724E-71F7-4738-8AA5-A6E6EDFE5F0B}" destId="{D90A7CE8-14F4-4E47-99AE-7FFA2D258570}" srcOrd="2" destOrd="0" presId="urn:microsoft.com/office/officeart/2018/2/layout/IconLabelDescriptionList"/>
    <dgm:cxn modelId="{314CA489-6A84-B746-B42A-3B5080A7DB15}" type="presParOf" srcId="{39C3724E-71F7-4738-8AA5-A6E6EDFE5F0B}" destId="{CE1BB64A-1231-464C-9934-B2CE920543DC}" srcOrd="3" destOrd="0" presId="urn:microsoft.com/office/officeart/2018/2/layout/IconLabelDescriptionList"/>
    <dgm:cxn modelId="{2599BB95-C420-3942-8115-6BDA17C924ED}" type="presParOf" srcId="{39C3724E-71F7-4738-8AA5-A6E6EDFE5F0B}" destId="{AA3C0A1D-21CF-482C-BA8E-C488B099D192}" srcOrd="4" destOrd="0" presId="urn:microsoft.com/office/officeart/2018/2/layout/IconLabelDescriptionList"/>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586894-CF8A-954D-B6D5-CFC2104872E3}"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s-ES"/>
        </a:p>
      </dgm:t>
    </dgm:pt>
    <dgm:pt modelId="{60CCF6B1-760D-DB41-9A0F-03AD3CB727E7}">
      <dgm:prSet phldrT="[Texto]"/>
      <dgm:spPr/>
      <dgm:t>
        <a:bodyPr/>
        <a:lstStyle/>
        <a:p>
          <a:pPr>
            <a:lnSpc>
              <a:spcPct val="100000"/>
            </a:lnSpc>
            <a:defRPr b="1"/>
          </a:pPr>
          <a:r>
            <a:rPr lang="es-ES" b="1" i="0" dirty="0" err="1"/>
            <a:t>Function</a:t>
          </a:r>
          <a:r>
            <a:rPr lang="es-ES" b="1" i="0" dirty="0"/>
            <a:t> / Tool </a:t>
          </a:r>
          <a:r>
            <a:rPr lang="es-ES" b="1" i="0" dirty="0" err="1"/>
            <a:t>Message</a:t>
          </a:r>
          <a:endParaRPr lang="es-ES" dirty="0"/>
        </a:p>
      </dgm:t>
    </dgm:pt>
    <dgm:pt modelId="{B3B6ADFA-6E39-754D-8AF9-0E6EC43D5160}" type="parTrans" cxnId="{B1214886-DA18-B14A-B143-77DEFC4ACAB4}">
      <dgm:prSet/>
      <dgm:spPr/>
      <dgm:t>
        <a:bodyPr/>
        <a:lstStyle/>
        <a:p>
          <a:endParaRPr lang="es-ES"/>
        </a:p>
      </dgm:t>
    </dgm:pt>
    <dgm:pt modelId="{8F71E4A8-A120-EC45-8D9C-8F5BBD89FB3A}" type="sibTrans" cxnId="{B1214886-DA18-B14A-B143-77DEFC4ACAB4}">
      <dgm:prSet/>
      <dgm:spPr/>
      <dgm:t>
        <a:bodyPr/>
        <a:lstStyle/>
        <a:p>
          <a:endParaRPr lang="es-ES"/>
        </a:p>
      </dgm:t>
    </dgm:pt>
    <dgm:pt modelId="{10BA5711-055B-3E43-BFCE-D31E8A91EC9A}">
      <dgm:prSet phldrT="[Texto]" custT="1"/>
      <dgm:spPr/>
      <dgm:t>
        <a:bodyPr/>
        <a:lstStyle/>
        <a:p>
          <a:pPr>
            <a:lnSpc>
              <a:spcPct val="100000"/>
            </a:lnSpc>
          </a:pPr>
          <a:r>
            <a:rPr lang="es-ES" sz="1600" b="0" i="0" dirty="0"/>
            <a:t>Se usa cuando el modelo interactúa con funciones externas o herramientas.</a:t>
          </a:r>
          <a:endParaRPr lang="es-ES" sz="1600" dirty="0"/>
        </a:p>
      </dgm:t>
    </dgm:pt>
    <dgm:pt modelId="{7A1C8028-0C79-1345-9070-B0CF1375A488}" type="parTrans" cxnId="{AABB368D-DF0F-9A4A-A6E2-9CE09FF31DF6}">
      <dgm:prSet/>
      <dgm:spPr/>
      <dgm:t>
        <a:bodyPr/>
        <a:lstStyle/>
        <a:p>
          <a:endParaRPr lang="es-ES"/>
        </a:p>
      </dgm:t>
    </dgm:pt>
    <dgm:pt modelId="{157FDAE7-64C5-F64E-9D09-793F60C7ABB5}" type="sibTrans" cxnId="{AABB368D-DF0F-9A4A-A6E2-9CE09FF31DF6}">
      <dgm:prSet/>
      <dgm:spPr/>
      <dgm:t>
        <a:bodyPr/>
        <a:lstStyle/>
        <a:p>
          <a:endParaRPr lang="es-ES"/>
        </a:p>
      </dgm:t>
    </dgm:pt>
    <dgm:pt modelId="{4A59B5F2-88F6-1348-85B2-5B40CB052DF8}">
      <dgm:prSet phldrT="[Texto]" custT="1"/>
      <dgm:spPr/>
      <dgm:t>
        <a:bodyPr/>
        <a:lstStyle/>
        <a:p>
          <a:pPr>
            <a:lnSpc>
              <a:spcPct val="100000"/>
            </a:lnSpc>
          </a:pPr>
          <a:r>
            <a:rPr lang="es-ES" sz="1600" b="1" i="0" dirty="0"/>
            <a:t>Ejemplo:</a:t>
          </a:r>
          <a:r>
            <a:rPr lang="es-ES" sz="1600" b="0" i="0" dirty="0"/>
            <a:t> Resultado de una llamada a una API o función.</a:t>
          </a:r>
          <a:endParaRPr lang="es-ES" sz="1600" dirty="0"/>
        </a:p>
      </dgm:t>
    </dgm:pt>
    <dgm:pt modelId="{70D7BDD7-3186-4741-8898-5BE324B98C26}" type="parTrans" cxnId="{0B4561FD-1375-094B-A764-DB8BFC7C5F8D}">
      <dgm:prSet/>
      <dgm:spPr/>
      <dgm:t>
        <a:bodyPr/>
        <a:lstStyle/>
        <a:p>
          <a:endParaRPr lang="es-ES"/>
        </a:p>
      </dgm:t>
    </dgm:pt>
    <dgm:pt modelId="{9A7E5505-B254-9842-9BB3-5D445171A630}" type="sibTrans" cxnId="{0B4561FD-1375-094B-A764-DB8BFC7C5F8D}">
      <dgm:prSet/>
      <dgm:spPr/>
      <dgm:t>
        <a:bodyPr/>
        <a:lstStyle/>
        <a:p>
          <a:endParaRPr lang="es-ES"/>
        </a:p>
      </dgm:t>
    </dgm:pt>
    <dgm:pt modelId="{EE77A164-024B-6045-93B3-692B97EC8FB0}">
      <dgm:prSet phldrT="[Texto]"/>
      <dgm:spPr/>
      <dgm:t>
        <a:bodyPr/>
        <a:lstStyle/>
        <a:p>
          <a:pPr>
            <a:lnSpc>
              <a:spcPct val="100000"/>
            </a:lnSpc>
            <a:defRPr b="1"/>
          </a:pPr>
          <a:r>
            <a:rPr lang="es-ES" b="1" i="0" dirty="0" err="1"/>
            <a:t>Context</a:t>
          </a:r>
          <a:r>
            <a:rPr lang="es-ES" b="1" i="0" dirty="0"/>
            <a:t> / </a:t>
          </a:r>
          <a:r>
            <a:rPr lang="es-ES" b="1" i="0" dirty="0" err="1"/>
            <a:t>History</a:t>
          </a:r>
          <a:r>
            <a:rPr lang="es-ES" b="1" i="0" dirty="0"/>
            <a:t> </a:t>
          </a:r>
          <a:r>
            <a:rPr lang="es-ES" b="1" i="0" dirty="0" err="1"/>
            <a:t>Messages</a:t>
          </a:r>
          <a:endParaRPr lang="es-ES" dirty="0"/>
        </a:p>
      </dgm:t>
    </dgm:pt>
    <dgm:pt modelId="{1F53B134-744F-DD4D-9811-20A374ADFAC7}" type="parTrans" cxnId="{17348BB6-02AA-2842-9BC9-0C5163D0D0F3}">
      <dgm:prSet/>
      <dgm:spPr/>
      <dgm:t>
        <a:bodyPr/>
        <a:lstStyle/>
        <a:p>
          <a:endParaRPr lang="es-ES"/>
        </a:p>
      </dgm:t>
    </dgm:pt>
    <dgm:pt modelId="{B2C86E42-A685-E644-870B-CEB8F4EDED9F}" type="sibTrans" cxnId="{17348BB6-02AA-2842-9BC9-0C5163D0D0F3}">
      <dgm:prSet/>
      <dgm:spPr/>
      <dgm:t>
        <a:bodyPr/>
        <a:lstStyle/>
        <a:p>
          <a:endParaRPr lang="es-ES"/>
        </a:p>
      </dgm:t>
    </dgm:pt>
    <dgm:pt modelId="{B215F9EE-7B70-F14E-852D-9BFBCED8B9C1}">
      <dgm:prSet phldrT="[Texto]" custT="1"/>
      <dgm:spPr/>
      <dgm:t>
        <a:bodyPr/>
        <a:lstStyle/>
        <a:p>
          <a:pPr>
            <a:lnSpc>
              <a:spcPct val="100000"/>
            </a:lnSpc>
          </a:pPr>
          <a:r>
            <a:rPr lang="es-ES" sz="1600" b="0" i="0" dirty="0"/>
            <a:t>Representa el historial de la conversación. Permite mantener el contexto entre interacciones.</a:t>
          </a:r>
          <a:endParaRPr lang="es-ES" sz="1600" dirty="0"/>
        </a:p>
      </dgm:t>
    </dgm:pt>
    <dgm:pt modelId="{33C6123F-5C35-754D-AF73-4B2C7B30A0F6}" type="parTrans" cxnId="{25FBF232-4498-E24D-A7EC-721FD0A4E2F1}">
      <dgm:prSet/>
      <dgm:spPr/>
      <dgm:t>
        <a:bodyPr/>
        <a:lstStyle/>
        <a:p>
          <a:endParaRPr lang="es-ES"/>
        </a:p>
      </dgm:t>
    </dgm:pt>
    <dgm:pt modelId="{783B8A5C-4C7E-B54B-AACE-2C84B079F4C8}" type="sibTrans" cxnId="{25FBF232-4498-E24D-A7EC-721FD0A4E2F1}">
      <dgm:prSet/>
      <dgm:spPr/>
      <dgm:t>
        <a:bodyPr/>
        <a:lstStyle/>
        <a:p>
          <a:endParaRPr lang="es-ES"/>
        </a:p>
      </dgm:t>
    </dgm:pt>
    <dgm:pt modelId="{F0EF7DEB-2F9B-4404-9856-A5811A471315}" type="pres">
      <dgm:prSet presAssocID="{81586894-CF8A-954D-B6D5-CFC2104872E3}" presName="root" presStyleCnt="0">
        <dgm:presLayoutVars>
          <dgm:dir/>
          <dgm:resizeHandles val="exact"/>
        </dgm:presLayoutVars>
      </dgm:prSet>
      <dgm:spPr/>
    </dgm:pt>
    <dgm:pt modelId="{1483A309-116B-4E8C-8D6A-4B68E27DBA84}" type="pres">
      <dgm:prSet presAssocID="{60CCF6B1-760D-DB41-9A0F-03AD3CB727E7}" presName="compNode" presStyleCnt="0"/>
      <dgm:spPr/>
    </dgm:pt>
    <dgm:pt modelId="{752C8A90-4DBF-4977-B9CB-16DA73250928}" type="pres">
      <dgm:prSet presAssocID="{60CCF6B1-760D-DB41-9A0F-03AD3CB727E7}"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ngranajes"/>
        </a:ext>
      </dgm:extLst>
    </dgm:pt>
    <dgm:pt modelId="{4132CCB0-A823-4CDC-B9C0-F86C9F91F324}" type="pres">
      <dgm:prSet presAssocID="{60CCF6B1-760D-DB41-9A0F-03AD3CB727E7}" presName="iconSpace" presStyleCnt="0"/>
      <dgm:spPr/>
    </dgm:pt>
    <dgm:pt modelId="{19DD683B-4CC5-422B-B5FF-6C4E1BAF3AED}" type="pres">
      <dgm:prSet presAssocID="{60CCF6B1-760D-DB41-9A0F-03AD3CB727E7}" presName="parTx" presStyleLbl="revTx" presStyleIdx="0" presStyleCnt="4">
        <dgm:presLayoutVars>
          <dgm:chMax val="0"/>
          <dgm:chPref val="0"/>
        </dgm:presLayoutVars>
      </dgm:prSet>
      <dgm:spPr/>
    </dgm:pt>
    <dgm:pt modelId="{7F040190-7C2E-4A25-B97D-1531DE3EE08C}" type="pres">
      <dgm:prSet presAssocID="{60CCF6B1-760D-DB41-9A0F-03AD3CB727E7}" presName="txSpace" presStyleCnt="0"/>
      <dgm:spPr/>
    </dgm:pt>
    <dgm:pt modelId="{F5A3DD29-162A-4D5D-912D-17FDAE60FFCC}" type="pres">
      <dgm:prSet presAssocID="{60CCF6B1-760D-DB41-9A0F-03AD3CB727E7}" presName="desTx" presStyleLbl="revTx" presStyleIdx="1" presStyleCnt="4">
        <dgm:presLayoutVars/>
      </dgm:prSet>
      <dgm:spPr/>
    </dgm:pt>
    <dgm:pt modelId="{CC0F725F-6D09-4D7A-9444-7FA9EE79E1F7}" type="pres">
      <dgm:prSet presAssocID="{8F71E4A8-A120-EC45-8D9C-8F5BBD89FB3A}" presName="sibTrans" presStyleCnt="0"/>
      <dgm:spPr/>
    </dgm:pt>
    <dgm:pt modelId="{EDDC25B3-2AE4-4FD5-BC45-C48EBC4BA27C}" type="pres">
      <dgm:prSet presAssocID="{EE77A164-024B-6045-93B3-692B97EC8FB0}" presName="compNode" presStyleCnt="0"/>
      <dgm:spPr/>
    </dgm:pt>
    <dgm:pt modelId="{60B5912C-722A-4D85-84CC-3C2EBA2E643E}" type="pres">
      <dgm:prSet presAssocID="{EE77A164-024B-6045-93B3-692B97EC8FB0}"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eo"/>
        </a:ext>
      </dgm:extLst>
    </dgm:pt>
    <dgm:pt modelId="{43D445CC-9E00-4BD5-B275-4E486E7970EF}" type="pres">
      <dgm:prSet presAssocID="{EE77A164-024B-6045-93B3-692B97EC8FB0}" presName="iconSpace" presStyleCnt="0"/>
      <dgm:spPr/>
    </dgm:pt>
    <dgm:pt modelId="{224BA74C-884E-4246-9554-42F4E0D49A1F}" type="pres">
      <dgm:prSet presAssocID="{EE77A164-024B-6045-93B3-692B97EC8FB0}" presName="parTx" presStyleLbl="revTx" presStyleIdx="2" presStyleCnt="4">
        <dgm:presLayoutVars>
          <dgm:chMax val="0"/>
          <dgm:chPref val="0"/>
        </dgm:presLayoutVars>
      </dgm:prSet>
      <dgm:spPr/>
    </dgm:pt>
    <dgm:pt modelId="{E0257418-EBF6-4911-8C52-9568ECDC4F56}" type="pres">
      <dgm:prSet presAssocID="{EE77A164-024B-6045-93B3-692B97EC8FB0}" presName="txSpace" presStyleCnt="0"/>
      <dgm:spPr/>
    </dgm:pt>
    <dgm:pt modelId="{996CB981-3C72-4739-AC94-4214719D23A4}" type="pres">
      <dgm:prSet presAssocID="{EE77A164-024B-6045-93B3-692B97EC8FB0}" presName="desTx" presStyleLbl="revTx" presStyleIdx="3" presStyleCnt="4">
        <dgm:presLayoutVars/>
      </dgm:prSet>
      <dgm:spPr/>
    </dgm:pt>
  </dgm:ptLst>
  <dgm:cxnLst>
    <dgm:cxn modelId="{6DFC360A-3168-054D-ABD0-CA73C1BB6B1F}" type="presOf" srcId="{4A59B5F2-88F6-1348-85B2-5B40CB052DF8}" destId="{F5A3DD29-162A-4D5D-912D-17FDAE60FFCC}" srcOrd="0" destOrd="1" presId="urn:microsoft.com/office/officeart/2018/2/layout/IconLabelDescriptionList"/>
    <dgm:cxn modelId="{25FBF232-4498-E24D-A7EC-721FD0A4E2F1}" srcId="{EE77A164-024B-6045-93B3-692B97EC8FB0}" destId="{B215F9EE-7B70-F14E-852D-9BFBCED8B9C1}" srcOrd="0" destOrd="0" parTransId="{33C6123F-5C35-754D-AF73-4B2C7B30A0F6}" sibTransId="{783B8A5C-4C7E-B54B-AACE-2C84B079F4C8}"/>
    <dgm:cxn modelId="{8CE5294B-C466-D647-B88A-E9FCA5BBBA3C}" type="presOf" srcId="{10BA5711-055B-3E43-BFCE-D31E8A91EC9A}" destId="{F5A3DD29-162A-4D5D-912D-17FDAE60FFCC}" srcOrd="0" destOrd="0" presId="urn:microsoft.com/office/officeart/2018/2/layout/IconLabelDescriptionList"/>
    <dgm:cxn modelId="{22AF025C-EED4-D44D-9BF3-B175D480FBF9}" type="presOf" srcId="{60CCF6B1-760D-DB41-9A0F-03AD3CB727E7}" destId="{19DD683B-4CC5-422B-B5FF-6C4E1BAF3AED}" srcOrd="0" destOrd="0" presId="urn:microsoft.com/office/officeart/2018/2/layout/IconLabelDescriptionList"/>
    <dgm:cxn modelId="{7099C083-C922-FA45-9D22-C0E4FAAB5FE2}" type="presOf" srcId="{B215F9EE-7B70-F14E-852D-9BFBCED8B9C1}" destId="{996CB981-3C72-4739-AC94-4214719D23A4}" srcOrd="0" destOrd="0" presId="urn:microsoft.com/office/officeart/2018/2/layout/IconLabelDescriptionList"/>
    <dgm:cxn modelId="{B1214886-DA18-B14A-B143-77DEFC4ACAB4}" srcId="{81586894-CF8A-954D-B6D5-CFC2104872E3}" destId="{60CCF6B1-760D-DB41-9A0F-03AD3CB727E7}" srcOrd="0" destOrd="0" parTransId="{B3B6ADFA-6E39-754D-8AF9-0E6EC43D5160}" sibTransId="{8F71E4A8-A120-EC45-8D9C-8F5BBD89FB3A}"/>
    <dgm:cxn modelId="{9AAE208C-93D8-8746-A01A-68B3D34AD525}" type="presOf" srcId="{81586894-CF8A-954D-B6D5-CFC2104872E3}" destId="{F0EF7DEB-2F9B-4404-9856-A5811A471315}" srcOrd="0" destOrd="0" presId="urn:microsoft.com/office/officeart/2018/2/layout/IconLabelDescriptionList"/>
    <dgm:cxn modelId="{AABB368D-DF0F-9A4A-A6E2-9CE09FF31DF6}" srcId="{60CCF6B1-760D-DB41-9A0F-03AD3CB727E7}" destId="{10BA5711-055B-3E43-BFCE-D31E8A91EC9A}" srcOrd="0" destOrd="0" parTransId="{7A1C8028-0C79-1345-9070-B0CF1375A488}" sibTransId="{157FDAE7-64C5-F64E-9D09-793F60C7ABB5}"/>
    <dgm:cxn modelId="{17348BB6-02AA-2842-9BC9-0C5163D0D0F3}" srcId="{81586894-CF8A-954D-B6D5-CFC2104872E3}" destId="{EE77A164-024B-6045-93B3-692B97EC8FB0}" srcOrd="1" destOrd="0" parTransId="{1F53B134-744F-DD4D-9811-20A374ADFAC7}" sibTransId="{B2C86E42-A685-E644-870B-CEB8F4EDED9F}"/>
    <dgm:cxn modelId="{0AC110F6-F785-4F43-8861-D0FDD439C60A}" type="presOf" srcId="{EE77A164-024B-6045-93B3-692B97EC8FB0}" destId="{224BA74C-884E-4246-9554-42F4E0D49A1F}" srcOrd="0" destOrd="0" presId="urn:microsoft.com/office/officeart/2018/2/layout/IconLabelDescriptionList"/>
    <dgm:cxn modelId="{0B4561FD-1375-094B-A764-DB8BFC7C5F8D}" srcId="{60CCF6B1-760D-DB41-9A0F-03AD3CB727E7}" destId="{4A59B5F2-88F6-1348-85B2-5B40CB052DF8}" srcOrd="1" destOrd="0" parTransId="{70D7BDD7-3186-4741-8898-5BE324B98C26}" sibTransId="{9A7E5505-B254-9842-9BB3-5D445171A630}"/>
    <dgm:cxn modelId="{07A97716-6E05-684D-A253-0C5D59510B1F}" type="presParOf" srcId="{F0EF7DEB-2F9B-4404-9856-A5811A471315}" destId="{1483A309-116B-4E8C-8D6A-4B68E27DBA84}" srcOrd="0" destOrd="0" presId="urn:microsoft.com/office/officeart/2018/2/layout/IconLabelDescriptionList"/>
    <dgm:cxn modelId="{6BFE1A6E-4483-1B45-9B37-14A8F5C3DB8F}" type="presParOf" srcId="{1483A309-116B-4E8C-8D6A-4B68E27DBA84}" destId="{752C8A90-4DBF-4977-B9CB-16DA73250928}" srcOrd="0" destOrd="0" presId="urn:microsoft.com/office/officeart/2018/2/layout/IconLabelDescriptionList"/>
    <dgm:cxn modelId="{65D22655-436E-7743-A8BC-78E717581CE1}" type="presParOf" srcId="{1483A309-116B-4E8C-8D6A-4B68E27DBA84}" destId="{4132CCB0-A823-4CDC-B9C0-F86C9F91F324}" srcOrd="1" destOrd="0" presId="urn:microsoft.com/office/officeart/2018/2/layout/IconLabelDescriptionList"/>
    <dgm:cxn modelId="{E4498BED-73E1-0244-BC43-3A7A3E3C54A4}" type="presParOf" srcId="{1483A309-116B-4E8C-8D6A-4B68E27DBA84}" destId="{19DD683B-4CC5-422B-B5FF-6C4E1BAF3AED}" srcOrd="2" destOrd="0" presId="urn:microsoft.com/office/officeart/2018/2/layout/IconLabelDescriptionList"/>
    <dgm:cxn modelId="{45CDAC0A-8BBD-1E45-9F8F-D9D940C3A78E}" type="presParOf" srcId="{1483A309-116B-4E8C-8D6A-4B68E27DBA84}" destId="{7F040190-7C2E-4A25-B97D-1531DE3EE08C}" srcOrd="3" destOrd="0" presId="urn:microsoft.com/office/officeart/2018/2/layout/IconLabelDescriptionList"/>
    <dgm:cxn modelId="{8F94F1F7-DD8A-DA43-9FE2-4A2159DBEB73}" type="presParOf" srcId="{1483A309-116B-4E8C-8D6A-4B68E27DBA84}" destId="{F5A3DD29-162A-4D5D-912D-17FDAE60FFCC}" srcOrd="4" destOrd="0" presId="urn:microsoft.com/office/officeart/2018/2/layout/IconLabelDescriptionList"/>
    <dgm:cxn modelId="{A2BC0751-B024-BA43-8754-11BB7CA9A54C}" type="presParOf" srcId="{F0EF7DEB-2F9B-4404-9856-A5811A471315}" destId="{CC0F725F-6D09-4D7A-9444-7FA9EE79E1F7}" srcOrd="1" destOrd="0" presId="urn:microsoft.com/office/officeart/2018/2/layout/IconLabelDescriptionList"/>
    <dgm:cxn modelId="{6F447A8B-6B0F-2C48-822F-BB2F247D0B0E}" type="presParOf" srcId="{F0EF7DEB-2F9B-4404-9856-A5811A471315}" destId="{EDDC25B3-2AE4-4FD5-BC45-C48EBC4BA27C}" srcOrd="2" destOrd="0" presId="urn:microsoft.com/office/officeart/2018/2/layout/IconLabelDescriptionList"/>
    <dgm:cxn modelId="{78DBF0A0-1DCA-A140-BBA4-41E7D6824E73}" type="presParOf" srcId="{EDDC25B3-2AE4-4FD5-BC45-C48EBC4BA27C}" destId="{60B5912C-722A-4D85-84CC-3C2EBA2E643E}" srcOrd="0" destOrd="0" presId="urn:microsoft.com/office/officeart/2018/2/layout/IconLabelDescriptionList"/>
    <dgm:cxn modelId="{7BA07A66-8265-134D-AD1E-0C3717964E7E}" type="presParOf" srcId="{EDDC25B3-2AE4-4FD5-BC45-C48EBC4BA27C}" destId="{43D445CC-9E00-4BD5-B275-4E486E7970EF}" srcOrd="1" destOrd="0" presId="urn:microsoft.com/office/officeart/2018/2/layout/IconLabelDescriptionList"/>
    <dgm:cxn modelId="{E9E2BE45-0B00-224A-B8E9-7FA66FA397B0}" type="presParOf" srcId="{EDDC25B3-2AE4-4FD5-BC45-C48EBC4BA27C}" destId="{224BA74C-884E-4246-9554-42F4E0D49A1F}" srcOrd="2" destOrd="0" presId="urn:microsoft.com/office/officeart/2018/2/layout/IconLabelDescriptionList"/>
    <dgm:cxn modelId="{E70A453C-3CDA-CA43-BB0D-AC4E37CCF318}" type="presParOf" srcId="{EDDC25B3-2AE4-4FD5-BC45-C48EBC4BA27C}" destId="{E0257418-EBF6-4911-8C52-9568ECDC4F56}" srcOrd="3" destOrd="0" presId="urn:microsoft.com/office/officeart/2018/2/layout/IconLabelDescriptionList"/>
    <dgm:cxn modelId="{6355D446-0ED4-0249-A3F6-15D03915AACB}" type="presParOf" srcId="{EDDC25B3-2AE4-4FD5-BC45-C48EBC4BA27C}" destId="{996CB981-3C72-4739-AC94-4214719D23A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92FF6C-CAD4-4977-BE7C-236E94DFE4BC}"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5E20F692-2CBF-4D7D-B155-55CAF50D118C}">
      <dgm:prSet custT="1"/>
      <dgm:spPr/>
      <dgm:t>
        <a:bodyPr/>
        <a:lstStyle/>
        <a:p>
          <a:r>
            <a:rPr lang="es-ES" sz="1600" dirty="0"/>
            <a:t>Básicamente con chat </a:t>
          </a:r>
          <a:r>
            <a:rPr lang="es-ES" sz="1600" dirty="0" err="1"/>
            <a:t>client</a:t>
          </a:r>
          <a:r>
            <a:rPr lang="es-ES" sz="1600" dirty="0"/>
            <a:t> API tenemos una forma sencilla de interactuar con nuestros modelos y enviar mensajes al modelo al que estemos conectado y recibir la respuesta</a:t>
          </a:r>
          <a:endParaRPr lang="en-US" sz="1600" dirty="0"/>
        </a:p>
      </dgm:t>
    </dgm:pt>
    <dgm:pt modelId="{111ABD70-D175-4AEB-AA5E-7A9252231993}" type="parTrans" cxnId="{AF013E00-1EBC-4C6E-8AAE-1757537F3F1B}">
      <dgm:prSet/>
      <dgm:spPr/>
      <dgm:t>
        <a:bodyPr/>
        <a:lstStyle/>
        <a:p>
          <a:endParaRPr lang="en-US"/>
        </a:p>
      </dgm:t>
    </dgm:pt>
    <dgm:pt modelId="{CB8AEA80-F09F-43F8-AD85-A87B110F47B0}" type="sibTrans" cxnId="{AF013E00-1EBC-4C6E-8AAE-1757537F3F1B}">
      <dgm:prSet/>
      <dgm:spPr/>
      <dgm:t>
        <a:bodyPr/>
        <a:lstStyle/>
        <a:p>
          <a:endParaRPr lang="en-US"/>
        </a:p>
      </dgm:t>
    </dgm:pt>
    <dgm:pt modelId="{A7A78095-25B8-482B-A06F-052509A1A07B}">
      <dgm:prSet custT="1"/>
      <dgm:spPr/>
      <dgm:t>
        <a:bodyPr/>
        <a:lstStyle/>
        <a:p>
          <a:r>
            <a:rPr lang="es-ES" sz="1600" dirty="0"/>
            <a:t>Podemos definir un </a:t>
          </a:r>
          <a:r>
            <a:rPr lang="es-ES" sz="1600" dirty="0" err="1"/>
            <a:t>chatClient</a:t>
          </a:r>
          <a:r>
            <a:rPr lang="es-ES" sz="1600" dirty="0"/>
            <a:t> con opción por defecto ya de sistema para indicarle que se centre en una tarea </a:t>
          </a:r>
          <a:endParaRPr lang="en-US" sz="1600" dirty="0"/>
        </a:p>
      </dgm:t>
    </dgm:pt>
    <dgm:pt modelId="{E17948EF-5821-4FC4-B53A-4896504FB700}" type="parTrans" cxnId="{A2C8BBFA-7F07-470B-AB20-0B178ABF7AB1}">
      <dgm:prSet/>
      <dgm:spPr/>
      <dgm:t>
        <a:bodyPr/>
        <a:lstStyle/>
        <a:p>
          <a:endParaRPr lang="en-US"/>
        </a:p>
      </dgm:t>
    </dgm:pt>
    <dgm:pt modelId="{90E06BB7-86D4-4F79-AC0F-218FDFDB7242}" type="sibTrans" cxnId="{A2C8BBFA-7F07-470B-AB20-0B178ABF7AB1}">
      <dgm:prSet/>
      <dgm:spPr/>
      <dgm:t>
        <a:bodyPr/>
        <a:lstStyle/>
        <a:p>
          <a:endParaRPr lang="en-US"/>
        </a:p>
      </dgm:t>
    </dgm:pt>
    <dgm:pt modelId="{1EAA6D45-554A-CB47-B80E-3A4D66F1DA1E}" type="pres">
      <dgm:prSet presAssocID="{D592FF6C-CAD4-4977-BE7C-236E94DFE4BC}" presName="hierChild1" presStyleCnt="0">
        <dgm:presLayoutVars>
          <dgm:chPref val="1"/>
          <dgm:dir/>
          <dgm:animOne val="branch"/>
          <dgm:animLvl val="lvl"/>
          <dgm:resizeHandles/>
        </dgm:presLayoutVars>
      </dgm:prSet>
      <dgm:spPr/>
    </dgm:pt>
    <dgm:pt modelId="{B9B9109A-AFAE-1E40-92B3-41E1D878BB15}" type="pres">
      <dgm:prSet presAssocID="{5E20F692-2CBF-4D7D-B155-55CAF50D118C}" presName="hierRoot1" presStyleCnt="0"/>
      <dgm:spPr/>
    </dgm:pt>
    <dgm:pt modelId="{F6C79AA2-1D78-D34B-8BBA-13E40EC94709}" type="pres">
      <dgm:prSet presAssocID="{5E20F692-2CBF-4D7D-B155-55CAF50D118C}" presName="composite" presStyleCnt="0"/>
      <dgm:spPr/>
    </dgm:pt>
    <dgm:pt modelId="{7C242BC2-3A40-C74D-B949-DFA24289FAF1}" type="pres">
      <dgm:prSet presAssocID="{5E20F692-2CBF-4D7D-B155-55CAF50D118C}" presName="background" presStyleLbl="node0" presStyleIdx="0" presStyleCnt="2"/>
      <dgm:spPr/>
    </dgm:pt>
    <dgm:pt modelId="{0B871D3A-8A6E-D74A-9515-6D4884B7DD08}" type="pres">
      <dgm:prSet presAssocID="{5E20F692-2CBF-4D7D-B155-55CAF50D118C}" presName="text" presStyleLbl="fgAcc0" presStyleIdx="0" presStyleCnt="2">
        <dgm:presLayoutVars>
          <dgm:chPref val="3"/>
        </dgm:presLayoutVars>
      </dgm:prSet>
      <dgm:spPr/>
    </dgm:pt>
    <dgm:pt modelId="{F1FA49AE-6AA9-2046-AE40-1C392EA07CB8}" type="pres">
      <dgm:prSet presAssocID="{5E20F692-2CBF-4D7D-B155-55CAF50D118C}" presName="hierChild2" presStyleCnt="0"/>
      <dgm:spPr/>
    </dgm:pt>
    <dgm:pt modelId="{D534F301-8B23-6646-8C26-6A09E18EE200}" type="pres">
      <dgm:prSet presAssocID="{A7A78095-25B8-482B-A06F-052509A1A07B}" presName="hierRoot1" presStyleCnt="0"/>
      <dgm:spPr/>
    </dgm:pt>
    <dgm:pt modelId="{E6071114-13AA-B74F-931A-124497E1E001}" type="pres">
      <dgm:prSet presAssocID="{A7A78095-25B8-482B-A06F-052509A1A07B}" presName="composite" presStyleCnt="0"/>
      <dgm:spPr/>
    </dgm:pt>
    <dgm:pt modelId="{A6C6FF0C-79BF-CB4D-A003-C6BD1BC35A5C}" type="pres">
      <dgm:prSet presAssocID="{A7A78095-25B8-482B-A06F-052509A1A07B}" presName="background" presStyleLbl="node0" presStyleIdx="1" presStyleCnt="2"/>
      <dgm:spPr/>
    </dgm:pt>
    <dgm:pt modelId="{A1557636-CEFD-2441-9E14-0F531CCFA9BF}" type="pres">
      <dgm:prSet presAssocID="{A7A78095-25B8-482B-A06F-052509A1A07B}" presName="text" presStyleLbl="fgAcc0" presStyleIdx="1" presStyleCnt="2">
        <dgm:presLayoutVars>
          <dgm:chPref val="3"/>
        </dgm:presLayoutVars>
      </dgm:prSet>
      <dgm:spPr/>
    </dgm:pt>
    <dgm:pt modelId="{B2807D4D-112F-B947-8CE5-F6A7092C7420}" type="pres">
      <dgm:prSet presAssocID="{A7A78095-25B8-482B-A06F-052509A1A07B}" presName="hierChild2" presStyleCnt="0"/>
      <dgm:spPr/>
    </dgm:pt>
  </dgm:ptLst>
  <dgm:cxnLst>
    <dgm:cxn modelId="{AF013E00-1EBC-4C6E-8AAE-1757537F3F1B}" srcId="{D592FF6C-CAD4-4977-BE7C-236E94DFE4BC}" destId="{5E20F692-2CBF-4D7D-B155-55CAF50D118C}" srcOrd="0" destOrd="0" parTransId="{111ABD70-D175-4AEB-AA5E-7A9252231993}" sibTransId="{CB8AEA80-F09F-43F8-AD85-A87B110F47B0}"/>
    <dgm:cxn modelId="{7BD7520F-40A7-9443-8E3E-0991E00061A5}" type="presOf" srcId="{D592FF6C-CAD4-4977-BE7C-236E94DFE4BC}" destId="{1EAA6D45-554A-CB47-B80E-3A4D66F1DA1E}" srcOrd="0" destOrd="0" presId="urn:microsoft.com/office/officeart/2005/8/layout/hierarchy1"/>
    <dgm:cxn modelId="{30840E28-56F3-7E4B-8AAD-BD278132C0E8}" type="presOf" srcId="{A7A78095-25B8-482B-A06F-052509A1A07B}" destId="{A1557636-CEFD-2441-9E14-0F531CCFA9BF}" srcOrd="0" destOrd="0" presId="urn:microsoft.com/office/officeart/2005/8/layout/hierarchy1"/>
    <dgm:cxn modelId="{7F8F6439-3385-9F4D-BC49-5604AC881B8E}" type="presOf" srcId="{5E20F692-2CBF-4D7D-B155-55CAF50D118C}" destId="{0B871D3A-8A6E-D74A-9515-6D4884B7DD08}" srcOrd="0" destOrd="0" presId="urn:microsoft.com/office/officeart/2005/8/layout/hierarchy1"/>
    <dgm:cxn modelId="{A2C8BBFA-7F07-470B-AB20-0B178ABF7AB1}" srcId="{D592FF6C-CAD4-4977-BE7C-236E94DFE4BC}" destId="{A7A78095-25B8-482B-A06F-052509A1A07B}" srcOrd="1" destOrd="0" parTransId="{E17948EF-5821-4FC4-B53A-4896504FB700}" sibTransId="{90E06BB7-86D4-4F79-AC0F-218FDFDB7242}"/>
    <dgm:cxn modelId="{853C0F3D-BDA9-FD4B-93C8-C301C114732E}" type="presParOf" srcId="{1EAA6D45-554A-CB47-B80E-3A4D66F1DA1E}" destId="{B9B9109A-AFAE-1E40-92B3-41E1D878BB15}" srcOrd="0" destOrd="0" presId="urn:microsoft.com/office/officeart/2005/8/layout/hierarchy1"/>
    <dgm:cxn modelId="{D7CAD69A-C152-254D-B63E-D06265CB1BD6}" type="presParOf" srcId="{B9B9109A-AFAE-1E40-92B3-41E1D878BB15}" destId="{F6C79AA2-1D78-D34B-8BBA-13E40EC94709}" srcOrd="0" destOrd="0" presId="urn:microsoft.com/office/officeart/2005/8/layout/hierarchy1"/>
    <dgm:cxn modelId="{05B3F301-45CA-524E-8B83-FC5639CA6E60}" type="presParOf" srcId="{F6C79AA2-1D78-D34B-8BBA-13E40EC94709}" destId="{7C242BC2-3A40-C74D-B949-DFA24289FAF1}" srcOrd="0" destOrd="0" presId="urn:microsoft.com/office/officeart/2005/8/layout/hierarchy1"/>
    <dgm:cxn modelId="{104C5211-0ECE-F145-BE97-7B9D3593FD93}" type="presParOf" srcId="{F6C79AA2-1D78-D34B-8BBA-13E40EC94709}" destId="{0B871D3A-8A6E-D74A-9515-6D4884B7DD08}" srcOrd="1" destOrd="0" presId="urn:microsoft.com/office/officeart/2005/8/layout/hierarchy1"/>
    <dgm:cxn modelId="{33FFD14C-784A-F643-B220-2748E605CCD1}" type="presParOf" srcId="{B9B9109A-AFAE-1E40-92B3-41E1D878BB15}" destId="{F1FA49AE-6AA9-2046-AE40-1C392EA07CB8}" srcOrd="1" destOrd="0" presId="urn:microsoft.com/office/officeart/2005/8/layout/hierarchy1"/>
    <dgm:cxn modelId="{169E92C1-5D45-F94E-BD82-9D13DA9E236D}" type="presParOf" srcId="{1EAA6D45-554A-CB47-B80E-3A4D66F1DA1E}" destId="{D534F301-8B23-6646-8C26-6A09E18EE200}" srcOrd="1" destOrd="0" presId="urn:microsoft.com/office/officeart/2005/8/layout/hierarchy1"/>
    <dgm:cxn modelId="{885E47A5-AA38-434F-B16B-19B1938ECC97}" type="presParOf" srcId="{D534F301-8B23-6646-8C26-6A09E18EE200}" destId="{E6071114-13AA-B74F-931A-124497E1E001}" srcOrd="0" destOrd="0" presId="urn:microsoft.com/office/officeart/2005/8/layout/hierarchy1"/>
    <dgm:cxn modelId="{72AB0A22-A9D7-3B49-9EF3-C825573DA77C}" type="presParOf" srcId="{E6071114-13AA-B74F-931A-124497E1E001}" destId="{A6C6FF0C-79BF-CB4D-A003-C6BD1BC35A5C}" srcOrd="0" destOrd="0" presId="urn:microsoft.com/office/officeart/2005/8/layout/hierarchy1"/>
    <dgm:cxn modelId="{8EC3FED4-74C8-AE4D-B483-5472D713D329}" type="presParOf" srcId="{E6071114-13AA-B74F-931A-124497E1E001}" destId="{A1557636-CEFD-2441-9E14-0F531CCFA9BF}" srcOrd="1" destOrd="0" presId="urn:microsoft.com/office/officeart/2005/8/layout/hierarchy1"/>
    <dgm:cxn modelId="{AF9053BA-F27A-224E-987B-1F576EAC992F}" type="presParOf" srcId="{D534F301-8B23-6646-8C26-6A09E18EE200}" destId="{B2807D4D-112F-B947-8CE5-F6A7092C742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D38D306-F32C-4EC7-BE25-F6A54520FCDA}"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942EE9B4-9CAB-47E4-BC06-4A36FCCBD6E6}">
      <dgm:prSet/>
      <dgm:spPr/>
      <dgm:t>
        <a:bodyPr/>
        <a:lstStyle/>
        <a:p>
          <a:pPr>
            <a:lnSpc>
              <a:spcPct val="100000"/>
            </a:lnSpc>
          </a:pPr>
          <a:r>
            <a:rPr lang="es-ES" dirty="0"/>
            <a:t>Síncrono, se realiza la llamada y se espera la respuesta completa</a:t>
          </a:r>
          <a:endParaRPr lang="en-US" dirty="0"/>
        </a:p>
      </dgm:t>
    </dgm:pt>
    <dgm:pt modelId="{B9C6789C-2BF7-4409-9B06-7B6CFC70C419}" type="parTrans" cxnId="{2672E21D-56E1-4B81-8CF6-22FE1CB0E8E7}">
      <dgm:prSet/>
      <dgm:spPr/>
      <dgm:t>
        <a:bodyPr/>
        <a:lstStyle/>
        <a:p>
          <a:endParaRPr lang="en-US"/>
        </a:p>
      </dgm:t>
    </dgm:pt>
    <dgm:pt modelId="{40E52B79-CEE9-4CE2-909B-F9451B80197F}" type="sibTrans" cxnId="{2672E21D-56E1-4B81-8CF6-22FE1CB0E8E7}">
      <dgm:prSet/>
      <dgm:spPr/>
      <dgm:t>
        <a:bodyPr/>
        <a:lstStyle/>
        <a:p>
          <a:pPr>
            <a:lnSpc>
              <a:spcPct val="100000"/>
            </a:lnSpc>
          </a:pPr>
          <a:endParaRPr lang="en-US"/>
        </a:p>
      </dgm:t>
    </dgm:pt>
    <dgm:pt modelId="{997F0504-C210-4742-8F4A-80181B73ECED}">
      <dgm:prSet/>
      <dgm:spPr/>
      <dgm:t>
        <a:bodyPr/>
        <a:lstStyle/>
        <a:p>
          <a:pPr>
            <a:lnSpc>
              <a:spcPct val="100000"/>
            </a:lnSpc>
          </a:pPr>
          <a:r>
            <a:rPr lang="es-ES" dirty="0" err="1"/>
            <a:t>Streaming</a:t>
          </a:r>
          <a:r>
            <a:rPr lang="es-ES" dirty="0"/>
            <a:t> (SSE), se realiza la llamada y se van recogiendo los tokens que devuelve el modelo hasta que termina. En este modo no hay por que bloquear, podemos llamar sin bloquear desde </a:t>
          </a:r>
          <a:r>
            <a:rPr lang="es-ES" dirty="0" err="1"/>
            <a:t>rest</a:t>
          </a:r>
          <a:r>
            <a:rPr lang="es-ES" dirty="0"/>
            <a:t> </a:t>
          </a:r>
          <a:r>
            <a:rPr lang="es-ES" dirty="0" err="1"/>
            <a:t>controller</a:t>
          </a:r>
          <a:r>
            <a:rPr lang="es-ES" dirty="0"/>
            <a:t> hasta adaptador de modelo y </a:t>
          </a:r>
          <a:r>
            <a:rPr lang="es-ES" dirty="0" err="1"/>
            <a:t>asi</a:t>
          </a:r>
          <a:r>
            <a:rPr lang="es-ES" dirty="0"/>
            <a:t> el destino, por ejemplo </a:t>
          </a:r>
          <a:r>
            <a:rPr lang="es-ES" dirty="0" err="1"/>
            <a:t>front</a:t>
          </a:r>
          <a:r>
            <a:rPr lang="es-ES" dirty="0"/>
            <a:t> puede ir pintando datos. A tener en cuenta es una conexión HTTP que no se cierra, tenerlo en cuenta para posibles cortes originados por </a:t>
          </a:r>
          <a:r>
            <a:rPr lang="es-ES" dirty="0" err="1"/>
            <a:t>envoy</a:t>
          </a:r>
          <a:r>
            <a:rPr lang="es-ES" dirty="0"/>
            <a:t> o similares</a:t>
          </a:r>
          <a:endParaRPr lang="en-US" dirty="0"/>
        </a:p>
      </dgm:t>
    </dgm:pt>
    <dgm:pt modelId="{74995AF8-0873-4BE5-AAF7-CAD5E7AEFE32}" type="parTrans" cxnId="{435FAD13-30C8-4FA7-890D-C2D6FAF9B6A0}">
      <dgm:prSet/>
      <dgm:spPr/>
      <dgm:t>
        <a:bodyPr/>
        <a:lstStyle/>
        <a:p>
          <a:endParaRPr lang="en-US"/>
        </a:p>
      </dgm:t>
    </dgm:pt>
    <dgm:pt modelId="{691080B4-6384-4912-A96B-6822EE24060E}" type="sibTrans" cxnId="{435FAD13-30C8-4FA7-890D-C2D6FAF9B6A0}">
      <dgm:prSet/>
      <dgm:spPr/>
      <dgm:t>
        <a:bodyPr/>
        <a:lstStyle/>
        <a:p>
          <a:endParaRPr lang="en-US"/>
        </a:p>
      </dgm:t>
    </dgm:pt>
    <dgm:pt modelId="{E4C822F9-7002-4078-8E34-11EE99727257}" type="pres">
      <dgm:prSet presAssocID="{AD38D306-F32C-4EC7-BE25-F6A54520FCDA}" presName="root" presStyleCnt="0">
        <dgm:presLayoutVars>
          <dgm:dir/>
          <dgm:resizeHandles val="exact"/>
        </dgm:presLayoutVars>
      </dgm:prSet>
      <dgm:spPr/>
    </dgm:pt>
    <dgm:pt modelId="{BE9F8207-A54A-4340-8B92-36A731B25DA5}" type="pres">
      <dgm:prSet presAssocID="{AD38D306-F32C-4EC7-BE25-F6A54520FCDA}" presName="container" presStyleCnt="0">
        <dgm:presLayoutVars>
          <dgm:dir/>
          <dgm:resizeHandles val="exact"/>
        </dgm:presLayoutVars>
      </dgm:prSet>
      <dgm:spPr/>
    </dgm:pt>
    <dgm:pt modelId="{DEE10D34-E792-4525-824D-AD10C7027E87}" type="pres">
      <dgm:prSet presAssocID="{942EE9B4-9CAB-47E4-BC06-4A36FCCBD6E6}" presName="compNode" presStyleCnt="0"/>
      <dgm:spPr/>
    </dgm:pt>
    <dgm:pt modelId="{7CF198D6-4B94-4565-9402-2CD268D9FB75}" type="pres">
      <dgm:prSet presAssocID="{942EE9B4-9CAB-47E4-BC06-4A36FCCBD6E6}" presName="iconBgRect" presStyleLbl="bgShp" presStyleIdx="0" presStyleCnt="2"/>
      <dgm:spPr/>
    </dgm:pt>
    <dgm:pt modelId="{1C0B9240-3E64-4686-AE9F-4971E1474C54}" type="pres">
      <dgm:prSet presAssocID="{942EE9B4-9CAB-47E4-BC06-4A36FCCBD6E6}"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ronómetro"/>
        </a:ext>
      </dgm:extLst>
    </dgm:pt>
    <dgm:pt modelId="{F6FE9739-7B05-4C2D-992D-AC3DC575E8BE}" type="pres">
      <dgm:prSet presAssocID="{942EE9B4-9CAB-47E4-BC06-4A36FCCBD6E6}" presName="spaceRect" presStyleCnt="0"/>
      <dgm:spPr/>
    </dgm:pt>
    <dgm:pt modelId="{AD0A6EF3-04E0-444E-97B1-77792AB97672}" type="pres">
      <dgm:prSet presAssocID="{942EE9B4-9CAB-47E4-BC06-4A36FCCBD6E6}" presName="textRect" presStyleLbl="revTx" presStyleIdx="0" presStyleCnt="2">
        <dgm:presLayoutVars>
          <dgm:chMax val="1"/>
          <dgm:chPref val="1"/>
        </dgm:presLayoutVars>
      </dgm:prSet>
      <dgm:spPr/>
    </dgm:pt>
    <dgm:pt modelId="{ABEF7B53-62BE-46BD-9861-8D69D63AD5FB}" type="pres">
      <dgm:prSet presAssocID="{40E52B79-CEE9-4CE2-909B-F9451B80197F}" presName="sibTrans" presStyleLbl="sibTrans2D1" presStyleIdx="0" presStyleCnt="0"/>
      <dgm:spPr/>
    </dgm:pt>
    <dgm:pt modelId="{34B9D873-5912-4C5E-A5DA-AABF33569F85}" type="pres">
      <dgm:prSet presAssocID="{997F0504-C210-4742-8F4A-80181B73ECED}" presName="compNode" presStyleCnt="0"/>
      <dgm:spPr/>
    </dgm:pt>
    <dgm:pt modelId="{CFB3B639-E23C-4E33-91E9-4A4717D8E1CF}" type="pres">
      <dgm:prSet presAssocID="{997F0504-C210-4742-8F4A-80181B73ECED}" presName="iconBgRect" presStyleLbl="bgShp" presStyleIdx="1" presStyleCnt="2"/>
      <dgm:spPr/>
    </dgm:pt>
    <dgm:pt modelId="{B7B5D312-A8CD-4D63-B7AD-FF2D9A3A4E6A}" type="pres">
      <dgm:prSet presAssocID="{997F0504-C210-4742-8F4A-80181B73ECED}"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B"/>
        </a:ext>
      </dgm:extLst>
    </dgm:pt>
    <dgm:pt modelId="{0FDF037A-4623-4C8D-B44A-F4655BE62000}" type="pres">
      <dgm:prSet presAssocID="{997F0504-C210-4742-8F4A-80181B73ECED}" presName="spaceRect" presStyleCnt="0"/>
      <dgm:spPr/>
    </dgm:pt>
    <dgm:pt modelId="{4B975C7E-5314-400D-85BE-EB5AB52816F9}" type="pres">
      <dgm:prSet presAssocID="{997F0504-C210-4742-8F4A-80181B73ECED}" presName="textRect" presStyleLbl="revTx" presStyleIdx="1" presStyleCnt="2">
        <dgm:presLayoutVars>
          <dgm:chMax val="1"/>
          <dgm:chPref val="1"/>
        </dgm:presLayoutVars>
      </dgm:prSet>
      <dgm:spPr/>
    </dgm:pt>
  </dgm:ptLst>
  <dgm:cxnLst>
    <dgm:cxn modelId="{435FAD13-30C8-4FA7-890D-C2D6FAF9B6A0}" srcId="{AD38D306-F32C-4EC7-BE25-F6A54520FCDA}" destId="{997F0504-C210-4742-8F4A-80181B73ECED}" srcOrd="1" destOrd="0" parTransId="{74995AF8-0873-4BE5-AAF7-CAD5E7AEFE32}" sibTransId="{691080B4-6384-4912-A96B-6822EE24060E}"/>
    <dgm:cxn modelId="{975E9F14-F564-9140-A2B9-201986E80438}" type="presOf" srcId="{AD38D306-F32C-4EC7-BE25-F6A54520FCDA}" destId="{E4C822F9-7002-4078-8E34-11EE99727257}" srcOrd="0" destOrd="0" presId="urn:microsoft.com/office/officeart/2018/2/layout/IconCircleList"/>
    <dgm:cxn modelId="{2672E21D-56E1-4B81-8CF6-22FE1CB0E8E7}" srcId="{AD38D306-F32C-4EC7-BE25-F6A54520FCDA}" destId="{942EE9B4-9CAB-47E4-BC06-4A36FCCBD6E6}" srcOrd="0" destOrd="0" parTransId="{B9C6789C-2BF7-4409-9B06-7B6CFC70C419}" sibTransId="{40E52B79-CEE9-4CE2-909B-F9451B80197F}"/>
    <dgm:cxn modelId="{41F46B43-6214-D24F-9656-C3142DAF9489}" type="presOf" srcId="{997F0504-C210-4742-8F4A-80181B73ECED}" destId="{4B975C7E-5314-400D-85BE-EB5AB52816F9}" srcOrd="0" destOrd="0" presId="urn:microsoft.com/office/officeart/2018/2/layout/IconCircleList"/>
    <dgm:cxn modelId="{AB54B4A0-F7E6-7047-A613-89E97EFF8A2F}" type="presOf" srcId="{40E52B79-CEE9-4CE2-909B-F9451B80197F}" destId="{ABEF7B53-62BE-46BD-9861-8D69D63AD5FB}" srcOrd="0" destOrd="0" presId="urn:microsoft.com/office/officeart/2018/2/layout/IconCircleList"/>
    <dgm:cxn modelId="{C19A34EF-D795-2A41-B70D-3A0D5C552C9F}" type="presOf" srcId="{942EE9B4-9CAB-47E4-BC06-4A36FCCBD6E6}" destId="{AD0A6EF3-04E0-444E-97B1-77792AB97672}" srcOrd="0" destOrd="0" presId="urn:microsoft.com/office/officeart/2018/2/layout/IconCircleList"/>
    <dgm:cxn modelId="{C99B49BD-E39E-914F-9DF1-E7DA29FA6D05}" type="presParOf" srcId="{E4C822F9-7002-4078-8E34-11EE99727257}" destId="{BE9F8207-A54A-4340-8B92-36A731B25DA5}" srcOrd="0" destOrd="0" presId="urn:microsoft.com/office/officeart/2018/2/layout/IconCircleList"/>
    <dgm:cxn modelId="{B0CBCE8B-4430-0148-920F-A38DA12B97B8}" type="presParOf" srcId="{BE9F8207-A54A-4340-8B92-36A731B25DA5}" destId="{DEE10D34-E792-4525-824D-AD10C7027E87}" srcOrd="0" destOrd="0" presId="urn:microsoft.com/office/officeart/2018/2/layout/IconCircleList"/>
    <dgm:cxn modelId="{B5B49FE1-27BF-D34A-83CF-D7ABEF032A94}" type="presParOf" srcId="{DEE10D34-E792-4525-824D-AD10C7027E87}" destId="{7CF198D6-4B94-4565-9402-2CD268D9FB75}" srcOrd="0" destOrd="0" presId="urn:microsoft.com/office/officeart/2018/2/layout/IconCircleList"/>
    <dgm:cxn modelId="{B3ABF5E9-CC17-7B47-8925-78325001058B}" type="presParOf" srcId="{DEE10D34-E792-4525-824D-AD10C7027E87}" destId="{1C0B9240-3E64-4686-AE9F-4971E1474C54}" srcOrd="1" destOrd="0" presId="urn:microsoft.com/office/officeart/2018/2/layout/IconCircleList"/>
    <dgm:cxn modelId="{D86C6C18-D1DC-004C-8446-353828FD3A4A}" type="presParOf" srcId="{DEE10D34-E792-4525-824D-AD10C7027E87}" destId="{F6FE9739-7B05-4C2D-992D-AC3DC575E8BE}" srcOrd="2" destOrd="0" presId="urn:microsoft.com/office/officeart/2018/2/layout/IconCircleList"/>
    <dgm:cxn modelId="{34DE7B66-81DC-034E-A7E9-B03B7CF9F9A7}" type="presParOf" srcId="{DEE10D34-E792-4525-824D-AD10C7027E87}" destId="{AD0A6EF3-04E0-444E-97B1-77792AB97672}" srcOrd="3" destOrd="0" presId="urn:microsoft.com/office/officeart/2018/2/layout/IconCircleList"/>
    <dgm:cxn modelId="{023A05C4-6F05-C445-B1DF-1A8AFE6706E7}" type="presParOf" srcId="{BE9F8207-A54A-4340-8B92-36A731B25DA5}" destId="{ABEF7B53-62BE-46BD-9861-8D69D63AD5FB}" srcOrd="1" destOrd="0" presId="urn:microsoft.com/office/officeart/2018/2/layout/IconCircleList"/>
    <dgm:cxn modelId="{66A99ECC-341C-2340-8B9D-59AD0CD3E534}" type="presParOf" srcId="{BE9F8207-A54A-4340-8B92-36A731B25DA5}" destId="{34B9D873-5912-4C5E-A5DA-AABF33569F85}" srcOrd="2" destOrd="0" presId="urn:microsoft.com/office/officeart/2018/2/layout/IconCircleList"/>
    <dgm:cxn modelId="{F9261C01-7599-4842-B49A-DE1FAFD3253F}" type="presParOf" srcId="{34B9D873-5912-4C5E-A5DA-AABF33569F85}" destId="{CFB3B639-E23C-4E33-91E9-4A4717D8E1CF}" srcOrd="0" destOrd="0" presId="urn:microsoft.com/office/officeart/2018/2/layout/IconCircleList"/>
    <dgm:cxn modelId="{C6ACB947-2645-FF46-9C71-62BDB60C0C1B}" type="presParOf" srcId="{34B9D873-5912-4C5E-A5DA-AABF33569F85}" destId="{B7B5D312-A8CD-4D63-B7AD-FF2D9A3A4E6A}" srcOrd="1" destOrd="0" presId="urn:microsoft.com/office/officeart/2018/2/layout/IconCircleList"/>
    <dgm:cxn modelId="{BD41205E-531C-1F4C-9A9C-105299F0F988}" type="presParOf" srcId="{34B9D873-5912-4C5E-A5DA-AABF33569F85}" destId="{0FDF037A-4623-4C8D-B44A-F4655BE62000}" srcOrd="2" destOrd="0" presId="urn:microsoft.com/office/officeart/2018/2/layout/IconCircleList"/>
    <dgm:cxn modelId="{21EC58AD-01E0-FC47-9194-AF6D8B35434F}" type="presParOf" srcId="{34B9D873-5912-4C5E-A5DA-AABF33569F85}" destId="{4B975C7E-5314-400D-85BE-EB5AB52816F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39CD9B9-6577-4512-ADB3-75AE5D28E398}"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87783FBB-99A4-4566-BB8D-AAD72912380E}">
      <dgm:prSet/>
      <dgm:spPr/>
      <dgm:t>
        <a:bodyPr/>
        <a:lstStyle/>
        <a:p>
          <a:pPr>
            <a:lnSpc>
              <a:spcPct val="100000"/>
            </a:lnSpc>
          </a:pPr>
          <a:r>
            <a:rPr lang="es-ES" dirty="0"/>
            <a:t>Básicamente, el chat </a:t>
          </a:r>
          <a:r>
            <a:rPr lang="es-ES" dirty="0" err="1"/>
            <a:t>memory</a:t>
          </a:r>
          <a:r>
            <a:rPr lang="es-ES" dirty="0"/>
            <a:t> es una clase que se encarga de almacenar el historial de la conversación. Esto es útil para que el modelo de lenguaje pueda tener contexto sobre lo que se ha hablado anteriormente y pueda generar respuestas más coherentes</a:t>
          </a:r>
          <a:endParaRPr lang="en-US" dirty="0"/>
        </a:p>
      </dgm:t>
    </dgm:pt>
    <dgm:pt modelId="{8A5D7F0A-2963-4D83-8276-335648CC68E4}" type="parTrans" cxnId="{3CC854FA-DCF6-4EDE-8F38-19C269DE5A31}">
      <dgm:prSet/>
      <dgm:spPr/>
      <dgm:t>
        <a:bodyPr/>
        <a:lstStyle/>
        <a:p>
          <a:endParaRPr lang="en-US"/>
        </a:p>
      </dgm:t>
    </dgm:pt>
    <dgm:pt modelId="{96079D25-C1D1-4ACC-A409-C4D92CD42CA7}" type="sibTrans" cxnId="{3CC854FA-DCF6-4EDE-8F38-19C269DE5A31}">
      <dgm:prSet/>
      <dgm:spPr/>
      <dgm:t>
        <a:bodyPr/>
        <a:lstStyle/>
        <a:p>
          <a:endParaRPr lang="en-US"/>
        </a:p>
      </dgm:t>
    </dgm:pt>
    <dgm:pt modelId="{FFCD98D1-3342-4BC8-9F36-46B6ECFBBC13}">
      <dgm:prSet/>
      <dgm:spPr/>
      <dgm:t>
        <a:bodyPr/>
        <a:lstStyle/>
        <a:p>
          <a:pPr>
            <a:lnSpc>
              <a:spcPct val="100000"/>
            </a:lnSpc>
          </a:pPr>
          <a:r>
            <a:rPr lang="es-ES"/>
            <a:t>Tenemos tipos de base de datos relacionales tipo PostgreSQL, MySQL, etc. y no relacionales tipo MongoDB, Cassandra, Neo4j</a:t>
          </a:r>
          <a:endParaRPr lang="en-US"/>
        </a:p>
      </dgm:t>
    </dgm:pt>
    <dgm:pt modelId="{703D0953-C52C-43D9-81C0-223E5754EA8F}" type="parTrans" cxnId="{2EADD2F8-B479-4056-BFCD-764372C50DB7}">
      <dgm:prSet/>
      <dgm:spPr/>
      <dgm:t>
        <a:bodyPr/>
        <a:lstStyle/>
        <a:p>
          <a:endParaRPr lang="en-US"/>
        </a:p>
      </dgm:t>
    </dgm:pt>
    <dgm:pt modelId="{AC8122AB-33EF-4388-A846-19D2B349C3D5}" type="sibTrans" cxnId="{2EADD2F8-B479-4056-BFCD-764372C50DB7}">
      <dgm:prSet/>
      <dgm:spPr/>
      <dgm:t>
        <a:bodyPr/>
        <a:lstStyle/>
        <a:p>
          <a:endParaRPr lang="en-US"/>
        </a:p>
      </dgm:t>
    </dgm:pt>
    <dgm:pt modelId="{2DBE4D5E-80D8-4E86-9796-E4B8EC1D2055}" type="pres">
      <dgm:prSet presAssocID="{C39CD9B9-6577-4512-ADB3-75AE5D28E398}" presName="root" presStyleCnt="0">
        <dgm:presLayoutVars>
          <dgm:dir/>
          <dgm:resizeHandles val="exact"/>
        </dgm:presLayoutVars>
      </dgm:prSet>
      <dgm:spPr/>
    </dgm:pt>
    <dgm:pt modelId="{48ADF7CD-EBEA-45EA-A1EC-483B6306C939}" type="pres">
      <dgm:prSet presAssocID="{87783FBB-99A4-4566-BB8D-AAD72912380E}" presName="compNode" presStyleCnt="0"/>
      <dgm:spPr/>
    </dgm:pt>
    <dgm:pt modelId="{F03E23F9-49F7-4182-AB3E-9B07A039DE93}" type="pres">
      <dgm:prSet presAssocID="{87783FBB-99A4-4566-BB8D-AAD72912380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ateo"/>
        </a:ext>
      </dgm:extLst>
    </dgm:pt>
    <dgm:pt modelId="{6118CD23-7064-4134-8228-85529501D3AA}" type="pres">
      <dgm:prSet presAssocID="{87783FBB-99A4-4566-BB8D-AAD72912380E}" presName="spaceRect" presStyleCnt="0"/>
      <dgm:spPr/>
    </dgm:pt>
    <dgm:pt modelId="{91401B48-EB71-4A33-89F8-778497829DCA}" type="pres">
      <dgm:prSet presAssocID="{87783FBB-99A4-4566-BB8D-AAD72912380E}" presName="textRect" presStyleLbl="revTx" presStyleIdx="0" presStyleCnt="2">
        <dgm:presLayoutVars>
          <dgm:chMax val="1"/>
          <dgm:chPref val="1"/>
        </dgm:presLayoutVars>
      </dgm:prSet>
      <dgm:spPr/>
    </dgm:pt>
    <dgm:pt modelId="{9A564161-F955-46E9-9F82-8B73B00AC888}" type="pres">
      <dgm:prSet presAssocID="{96079D25-C1D1-4ACC-A409-C4D92CD42CA7}" presName="sibTrans" presStyleCnt="0"/>
      <dgm:spPr/>
    </dgm:pt>
    <dgm:pt modelId="{16289DA9-075D-4F2A-92C1-687D08DFF7C6}" type="pres">
      <dgm:prSet presAssocID="{FFCD98D1-3342-4BC8-9F36-46B6ECFBBC13}" presName="compNode" presStyleCnt="0"/>
      <dgm:spPr/>
    </dgm:pt>
    <dgm:pt modelId="{7FF115ED-C23A-4BF7-8A52-DE2BC60F860B}" type="pres">
      <dgm:prSet presAssocID="{FFCD98D1-3342-4BC8-9F36-46B6ECFBBC13}"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a de flujo"/>
        </a:ext>
      </dgm:extLst>
    </dgm:pt>
    <dgm:pt modelId="{306C4AE0-098F-4E5B-84B4-DB3C81A0A0DB}" type="pres">
      <dgm:prSet presAssocID="{FFCD98D1-3342-4BC8-9F36-46B6ECFBBC13}" presName="spaceRect" presStyleCnt="0"/>
      <dgm:spPr/>
    </dgm:pt>
    <dgm:pt modelId="{2AE945F0-896B-43DC-90B4-579FEC1ED9B4}" type="pres">
      <dgm:prSet presAssocID="{FFCD98D1-3342-4BC8-9F36-46B6ECFBBC13}" presName="textRect" presStyleLbl="revTx" presStyleIdx="1" presStyleCnt="2">
        <dgm:presLayoutVars>
          <dgm:chMax val="1"/>
          <dgm:chPref val="1"/>
        </dgm:presLayoutVars>
      </dgm:prSet>
      <dgm:spPr/>
    </dgm:pt>
  </dgm:ptLst>
  <dgm:cxnLst>
    <dgm:cxn modelId="{F2F62806-EC11-462B-B4AB-E7B8E394C755}" type="presOf" srcId="{FFCD98D1-3342-4BC8-9F36-46B6ECFBBC13}" destId="{2AE945F0-896B-43DC-90B4-579FEC1ED9B4}" srcOrd="0" destOrd="0" presId="urn:microsoft.com/office/officeart/2018/2/layout/IconLabelList"/>
    <dgm:cxn modelId="{6B5DCE28-7CDD-4D6A-8C37-BD87353E87B2}" type="presOf" srcId="{C39CD9B9-6577-4512-ADB3-75AE5D28E398}" destId="{2DBE4D5E-80D8-4E86-9796-E4B8EC1D2055}" srcOrd="0" destOrd="0" presId="urn:microsoft.com/office/officeart/2018/2/layout/IconLabelList"/>
    <dgm:cxn modelId="{897539DD-97C5-4782-BFF4-669EF59393E2}" type="presOf" srcId="{87783FBB-99A4-4566-BB8D-AAD72912380E}" destId="{91401B48-EB71-4A33-89F8-778497829DCA}" srcOrd="0" destOrd="0" presId="urn:microsoft.com/office/officeart/2018/2/layout/IconLabelList"/>
    <dgm:cxn modelId="{2EADD2F8-B479-4056-BFCD-764372C50DB7}" srcId="{C39CD9B9-6577-4512-ADB3-75AE5D28E398}" destId="{FFCD98D1-3342-4BC8-9F36-46B6ECFBBC13}" srcOrd="1" destOrd="0" parTransId="{703D0953-C52C-43D9-81C0-223E5754EA8F}" sibTransId="{AC8122AB-33EF-4388-A846-19D2B349C3D5}"/>
    <dgm:cxn modelId="{3CC854FA-DCF6-4EDE-8F38-19C269DE5A31}" srcId="{C39CD9B9-6577-4512-ADB3-75AE5D28E398}" destId="{87783FBB-99A4-4566-BB8D-AAD72912380E}" srcOrd="0" destOrd="0" parTransId="{8A5D7F0A-2963-4D83-8276-335648CC68E4}" sibTransId="{96079D25-C1D1-4ACC-A409-C4D92CD42CA7}"/>
    <dgm:cxn modelId="{C682B941-7BC1-415C-AF5F-A6A919FA6F9F}" type="presParOf" srcId="{2DBE4D5E-80D8-4E86-9796-E4B8EC1D2055}" destId="{48ADF7CD-EBEA-45EA-A1EC-483B6306C939}" srcOrd="0" destOrd="0" presId="urn:microsoft.com/office/officeart/2018/2/layout/IconLabelList"/>
    <dgm:cxn modelId="{EEAB3ECF-7060-45F6-B56D-6D4880B83250}" type="presParOf" srcId="{48ADF7CD-EBEA-45EA-A1EC-483B6306C939}" destId="{F03E23F9-49F7-4182-AB3E-9B07A039DE93}" srcOrd="0" destOrd="0" presId="urn:microsoft.com/office/officeart/2018/2/layout/IconLabelList"/>
    <dgm:cxn modelId="{5DC2D312-BC19-42AA-90FF-A84C297A8716}" type="presParOf" srcId="{48ADF7CD-EBEA-45EA-A1EC-483B6306C939}" destId="{6118CD23-7064-4134-8228-85529501D3AA}" srcOrd="1" destOrd="0" presId="urn:microsoft.com/office/officeart/2018/2/layout/IconLabelList"/>
    <dgm:cxn modelId="{F10C8AF0-1D26-4286-95D6-FAD7B2D6080D}" type="presParOf" srcId="{48ADF7CD-EBEA-45EA-A1EC-483B6306C939}" destId="{91401B48-EB71-4A33-89F8-778497829DCA}" srcOrd="2" destOrd="0" presId="urn:microsoft.com/office/officeart/2018/2/layout/IconLabelList"/>
    <dgm:cxn modelId="{6C1095CF-E6E3-4372-AD8E-9583C41142AF}" type="presParOf" srcId="{2DBE4D5E-80D8-4E86-9796-E4B8EC1D2055}" destId="{9A564161-F955-46E9-9F82-8B73B00AC888}" srcOrd="1" destOrd="0" presId="urn:microsoft.com/office/officeart/2018/2/layout/IconLabelList"/>
    <dgm:cxn modelId="{53753610-8DA0-44D9-9A39-0CBA39FF76B2}" type="presParOf" srcId="{2DBE4D5E-80D8-4E86-9796-E4B8EC1D2055}" destId="{16289DA9-075D-4F2A-92C1-687D08DFF7C6}" srcOrd="2" destOrd="0" presId="urn:microsoft.com/office/officeart/2018/2/layout/IconLabelList"/>
    <dgm:cxn modelId="{94C0F0F3-D55F-4B09-B415-091F08728703}" type="presParOf" srcId="{16289DA9-075D-4F2A-92C1-687D08DFF7C6}" destId="{7FF115ED-C23A-4BF7-8A52-DE2BC60F860B}" srcOrd="0" destOrd="0" presId="urn:microsoft.com/office/officeart/2018/2/layout/IconLabelList"/>
    <dgm:cxn modelId="{805ACF89-49A7-4B9D-8A8A-8065ADD896B5}" type="presParOf" srcId="{16289DA9-075D-4F2A-92C1-687D08DFF7C6}" destId="{306C4AE0-098F-4E5B-84B4-DB3C81A0A0DB}" srcOrd="1" destOrd="0" presId="urn:microsoft.com/office/officeart/2018/2/layout/IconLabelList"/>
    <dgm:cxn modelId="{7A668DE6-A709-456C-A4B2-6A5129E78AC5}" type="presParOf" srcId="{16289DA9-075D-4F2A-92C1-687D08DFF7C6}" destId="{2AE945F0-896B-43DC-90B4-579FEC1ED9B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5C3AA66-9C51-4876-ADA6-F14647DF01DF}"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C0A666F-41C7-439E-9093-FB39EE1BCA33}">
      <dgm:prSet/>
      <dgm:spPr/>
      <dgm:t>
        <a:bodyPr/>
        <a:lstStyle/>
        <a:p>
          <a:pPr>
            <a:lnSpc>
              <a:spcPct val="100000"/>
            </a:lnSpc>
          </a:pPr>
          <a:r>
            <a:rPr lang="es-ES"/>
            <a:t>Configuración</a:t>
          </a:r>
          <a:endParaRPr lang="en-US"/>
        </a:p>
      </dgm:t>
    </dgm:pt>
    <dgm:pt modelId="{CD079FE7-65E5-4E9F-AA8D-F0869DA86CBF}" type="parTrans" cxnId="{CBB9E8F9-F044-4B57-8030-B06A9C9C8C05}">
      <dgm:prSet/>
      <dgm:spPr/>
      <dgm:t>
        <a:bodyPr/>
        <a:lstStyle/>
        <a:p>
          <a:endParaRPr lang="en-US"/>
        </a:p>
      </dgm:t>
    </dgm:pt>
    <dgm:pt modelId="{B0C07E4E-07B1-4DD4-9715-B57C878A5DC7}" type="sibTrans" cxnId="{CBB9E8F9-F044-4B57-8030-B06A9C9C8C05}">
      <dgm:prSet/>
      <dgm:spPr/>
      <dgm:t>
        <a:bodyPr/>
        <a:lstStyle/>
        <a:p>
          <a:endParaRPr lang="en-US"/>
        </a:p>
      </dgm:t>
    </dgm:pt>
    <dgm:pt modelId="{4B9E9D93-2F29-41AF-9FCF-62414E901048}">
      <dgm:prSet/>
      <dgm:spPr/>
      <dgm:t>
        <a:bodyPr/>
        <a:lstStyle/>
        <a:p>
          <a:pPr>
            <a:lnSpc>
              <a:spcPct val="100000"/>
            </a:lnSpc>
          </a:pPr>
          <a:r>
            <a:rPr lang="es-ES" b="1"/>
            <a:t>Advisors, </a:t>
          </a:r>
          <a:r>
            <a:rPr lang="es-ES"/>
            <a:t>interceptores que podemos configurar para interactuar y modificar las intereaciones con los mensajes. Ejemplos de uso para guardar el histórico de mensajes, o para pintar log</a:t>
          </a:r>
          <a:endParaRPr lang="en-US"/>
        </a:p>
      </dgm:t>
    </dgm:pt>
    <dgm:pt modelId="{5304F090-7755-4134-8D5E-10A09114A4EF}" type="parTrans" cxnId="{A9659797-4C0A-488D-85D8-47F381303570}">
      <dgm:prSet/>
      <dgm:spPr/>
      <dgm:t>
        <a:bodyPr/>
        <a:lstStyle/>
        <a:p>
          <a:endParaRPr lang="en-US"/>
        </a:p>
      </dgm:t>
    </dgm:pt>
    <dgm:pt modelId="{FD5E9534-A687-4708-919B-89E197CC6DBC}" type="sibTrans" cxnId="{A9659797-4C0A-488D-85D8-47F381303570}">
      <dgm:prSet/>
      <dgm:spPr/>
      <dgm:t>
        <a:bodyPr/>
        <a:lstStyle/>
        <a:p>
          <a:endParaRPr lang="en-US"/>
        </a:p>
      </dgm:t>
    </dgm:pt>
    <dgm:pt modelId="{9C900940-38E8-4E62-83BD-880858A791CA}" type="pres">
      <dgm:prSet presAssocID="{55C3AA66-9C51-4876-ADA6-F14647DF01DF}" presName="root" presStyleCnt="0">
        <dgm:presLayoutVars>
          <dgm:dir/>
          <dgm:resizeHandles val="exact"/>
        </dgm:presLayoutVars>
      </dgm:prSet>
      <dgm:spPr/>
    </dgm:pt>
    <dgm:pt modelId="{AE5F69DF-74A1-4309-922D-7B07D682F8EB}" type="pres">
      <dgm:prSet presAssocID="{CC0A666F-41C7-439E-9093-FB39EE1BCA33}" presName="compNode" presStyleCnt="0"/>
      <dgm:spPr/>
    </dgm:pt>
    <dgm:pt modelId="{245161B2-D80A-4311-BDC2-9E7530ED93DC}" type="pres">
      <dgm:prSet presAssocID="{CC0A666F-41C7-439E-9093-FB39EE1BCA33}"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ingle gear"/>
        </a:ext>
      </dgm:extLst>
    </dgm:pt>
    <dgm:pt modelId="{5D9CD3A6-E20B-4E40-B881-3711E1B78C7D}" type="pres">
      <dgm:prSet presAssocID="{CC0A666F-41C7-439E-9093-FB39EE1BCA33}" presName="spaceRect" presStyleCnt="0"/>
      <dgm:spPr/>
    </dgm:pt>
    <dgm:pt modelId="{5DCBCE94-934F-4361-8D20-726D88AC2776}" type="pres">
      <dgm:prSet presAssocID="{CC0A666F-41C7-439E-9093-FB39EE1BCA33}" presName="textRect" presStyleLbl="revTx" presStyleIdx="0" presStyleCnt="2">
        <dgm:presLayoutVars>
          <dgm:chMax val="1"/>
          <dgm:chPref val="1"/>
        </dgm:presLayoutVars>
      </dgm:prSet>
      <dgm:spPr/>
    </dgm:pt>
    <dgm:pt modelId="{F6E435D1-4D31-488C-9841-F038F1AAFBF0}" type="pres">
      <dgm:prSet presAssocID="{B0C07E4E-07B1-4DD4-9715-B57C878A5DC7}" presName="sibTrans" presStyleCnt="0"/>
      <dgm:spPr/>
    </dgm:pt>
    <dgm:pt modelId="{F49AC56A-E278-4947-9848-BC203C8EF1E1}" type="pres">
      <dgm:prSet presAssocID="{4B9E9D93-2F29-41AF-9FCF-62414E901048}" presName="compNode" presStyleCnt="0"/>
      <dgm:spPr/>
    </dgm:pt>
    <dgm:pt modelId="{7944A039-2F50-429E-939A-25493D5FF827}" type="pres">
      <dgm:prSet presAssocID="{4B9E9D93-2F29-41AF-9FCF-62414E90104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eo"/>
        </a:ext>
      </dgm:extLst>
    </dgm:pt>
    <dgm:pt modelId="{4C00E5CE-520C-4A34-9BCE-92F21C7892DB}" type="pres">
      <dgm:prSet presAssocID="{4B9E9D93-2F29-41AF-9FCF-62414E901048}" presName="spaceRect" presStyleCnt="0"/>
      <dgm:spPr/>
    </dgm:pt>
    <dgm:pt modelId="{907C425F-E6E3-4DAF-B08E-CEE08E4900B8}" type="pres">
      <dgm:prSet presAssocID="{4B9E9D93-2F29-41AF-9FCF-62414E901048}" presName="textRect" presStyleLbl="revTx" presStyleIdx="1" presStyleCnt="2">
        <dgm:presLayoutVars>
          <dgm:chMax val="1"/>
          <dgm:chPref val="1"/>
        </dgm:presLayoutVars>
      </dgm:prSet>
      <dgm:spPr/>
    </dgm:pt>
  </dgm:ptLst>
  <dgm:cxnLst>
    <dgm:cxn modelId="{9A5D4D00-5F1F-42C6-971E-1CCA797838BB}" type="presOf" srcId="{55C3AA66-9C51-4876-ADA6-F14647DF01DF}" destId="{9C900940-38E8-4E62-83BD-880858A791CA}" srcOrd="0" destOrd="0" presId="urn:microsoft.com/office/officeart/2018/2/layout/IconLabelList"/>
    <dgm:cxn modelId="{A9659797-4C0A-488D-85D8-47F381303570}" srcId="{55C3AA66-9C51-4876-ADA6-F14647DF01DF}" destId="{4B9E9D93-2F29-41AF-9FCF-62414E901048}" srcOrd="1" destOrd="0" parTransId="{5304F090-7755-4134-8D5E-10A09114A4EF}" sibTransId="{FD5E9534-A687-4708-919B-89E197CC6DBC}"/>
    <dgm:cxn modelId="{30024FC2-0B00-4D3B-B425-CA8800C49CE3}" type="presOf" srcId="{CC0A666F-41C7-439E-9093-FB39EE1BCA33}" destId="{5DCBCE94-934F-4361-8D20-726D88AC2776}" srcOrd="0" destOrd="0" presId="urn:microsoft.com/office/officeart/2018/2/layout/IconLabelList"/>
    <dgm:cxn modelId="{CBB9E8F9-F044-4B57-8030-B06A9C9C8C05}" srcId="{55C3AA66-9C51-4876-ADA6-F14647DF01DF}" destId="{CC0A666F-41C7-439E-9093-FB39EE1BCA33}" srcOrd="0" destOrd="0" parTransId="{CD079FE7-65E5-4E9F-AA8D-F0869DA86CBF}" sibTransId="{B0C07E4E-07B1-4DD4-9715-B57C878A5DC7}"/>
    <dgm:cxn modelId="{8090EBFD-30E6-46B5-A668-FA588F8A8616}" type="presOf" srcId="{4B9E9D93-2F29-41AF-9FCF-62414E901048}" destId="{907C425F-E6E3-4DAF-B08E-CEE08E4900B8}" srcOrd="0" destOrd="0" presId="urn:microsoft.com/office/officeart/2018/2/layout/IconLabelList"/>
    <dgm:cxn modelId="{80FD24E4-6D95-41DC-8F42-019C23355A40}" type="presParOf" srcId="{9C900940-38E8-4E62-83BD-880858A791CA}" destId="{AE5F69DF-74A1-4309-922D-7B07D682F8EB}" srcOrd="0" destOrd="0" presId="urn:microsoft.com/office/officeart/2018/2/layout/IconLabelList"/>
    <dgm:cxn modelId="{5A81893F-2D67-478F-824B-F31376271E15}" type="presParOf" srcId="{AE5F69DF-74A1-4309-922D-7B07D682F8EB}" destId="{245161B2-D80A-4311-BDC2-9E7530ED93DC}" srcOrd="0" destOrd="0" presId="urn:microsoft.com/office/officeart/2018/2/layout/IconLabelList"/>
    <dgm:cxn modelId="{360ED764-6FFF-4B1D-B6B1-1F88BA04CD79}" type="presParOf" srcId="{AE5F69DF-74A1-4309-922D-7B07D682F8EB}" destId="{5D9CD3A6-E20B-4E40-B881-3711E1B78C7D}" srcOrd="1" destOrd="0" presId="urn:microsoft.com/office/officeart/2018/2/layout/IconLabelList"/>
    <dgm:cxn modelId="{AC83CE68-846E-427D-8E3A-538EF236563F}" type="presParOf" srcId="{AE5F69DF-74A1-4309-922D-7B07D682F8EB}" destId="{5DCBCE94-934F-4361-8D20-726D88AC2776}" srcOrd="2" destOrd="0" presId="urn:microsoft.com/office/officeart/2018/2/layout/IconLabelList"/>
    <dgm:cxn modelId="{0E0843A6-4F95-44E1-9B54-175E4B953686}" type="presParOf" srcId="{9C900940-38E8-4E62-83BD-880858A791CA}" destId="{F6E435D1-4D31-488C-9841-F038F1AAFBF0}" srcOrd="1" destOrd="0" presId="urn:microsoft.com/office/officeart/2018/2/layout/IconLabelList"/>
    <dgm:cxn modelId="{A5BB17C7-F029-4381-A0AF-3017B0AE06CC}" type="presParOf" srcId="{9C900940-38E8-4E62-83BD-880858A791CA}" destId="{F49AC56A-E278-4947-9848-BC203C8EF1E1}" srcOrd="2" destOrd="0" presId="urn:microsoft.com/office/officeart/2018/2/layout/IconLabelList"/>
    <dgm:cxn modelId="{50ACAB82-F2E5-4195-AFFC-FD62955782CE}" type="presParOf" srcId="{F49AC56A-E278-4947-9848-BC203C8EF1E1}" destId="{7944A039-2F50-429E-939A-25493D5FF827}" srcOrd="0" destOrd="0" presId="urn:microsoft.com/office/officeart/2018/2/layout/IconLabelList"/>
    <dgm:cxn modelId="{E6743AEA-741D-4BDB-828E-A804CF4B469E}" type="presParOf" srcId="{F49AC56A-E278-4947-9848-BC203C8EF1E1}" destId="{4C00E5CE-520C-4A34-9BCE-92F21C7892DB}" srcOrd="1" destOrd="0" presId="urn:microsoft.com/office/officeart/2018/2/layout/IconLabelList"/>
    <dgm:cxn modelId="{B9C1DE27-A586-445B-B56C-6B456A3A9605}" type="presParOf" srcId="{F49AC56A-E278-4947-9848-BC203C8EF1E1}" destId="{907C425F-E6E3-4DAF-B08E-CEE08E4900B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A384E05-92CA-4057-8A65-3679510F546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2DA42A40-1B43-4C6C-9AC4-CBFB71B33AC2}">
      <dgm:prSet/>
      <dgm:spPr/>
      <dgm:t>
        <a:bodyPr/>
        <a:lstStyle/>
        <a:p>
          <a:pPr>
            <a:lnSpc>
              <a:spcPct val="100000"/>
            </a:lnSpc>
          </a:pPr>
          <a:r>
            <a:rPr lang="es-ES" dirty="0"/>
            <a:t>Protocolo estándar para que los modelos de IA puedan interactuar con herramientas o recursos de una forma estructurada. </a:t>
          </a:r>
          <a:endParaRPr lang="en-US" dirty="0"/>
        </a:p>
      </dgm:t>
    </dgm:pt>
    <dgm:pt modelId="{3849BF82-08CF-49C8-9C41-C3B518909EDB}" type="parTrans" cxnId="{054C52BA-03B1-46DA-ABDC-0FB2D4BB9DDD}">
      <dgm:prSet/>
      <dgm:spPr/>
      <dgm:t>
        <a:bodyPr/>
        <a:lstStyle/>
        <a:p>
          <a:endParaRPr lang="en-US"/>
        </a:p>
      </dgm:t>
    </dgm:pt>
    <dgm:pt modelId="{C7DA4988-14E3-4953-A9E0-C4FE792015B0}" type="sibTrans" cxnId="{054C52BA-03B1-46DA-ABDC-0FB2D4BB9DDD}">
      <dgm:prSet/>
      <dgm:spPr/>
      <dgm:t>
        <a:bodyPr/>
        <a:lstStyle/>
        <a:p>
          <a:endParaRPr lang="en-US"/>
        </a:p>
      </dgm:t>
    </dgm:pt>
    <dgm:pt modelId="{F388BE4D-2D88-4D18-A282-EC8A96A20482}">
      <dgm:prSet/>
      <dgm:spPr/>
      <dgm:t>
        <a:bodyPr/>
        <a:lstStyle/>
        <a:p>
          <a:pPr>
            <a:lnSpc>
              <a:spcPct val="100000"/>
            </a:lnSpc>
          </a:pPr>
          <a:r>
            <a:rPr lang="es-ES" dirty="0"/>
            <a:t>Cliente, es quien va a hacer uso de los servidores MCP que </a:t>
          </a:r>
          <a:r>
            <a:rPr lang="es-ES" dirty="0" err="1"/>
            <a:t>ofrence</a:t>
          </a:r>
          <a:r>
            <a:rPr lang="es-ES" dirty="0"/>
            <a:t> las </a:t>
          </a:r>
          <a:r>
            <a:rPr lang="es-ES" dirty="0" err="1"/>
            <a:t>tools</a:t>
          </a:r>
          <a:endParaRPr lang="en-US" dirty="0"/>
        </a:p>
      </dgm:t>
    </dgm:pt>
    <dgm:pt modelId="{FA7C62D0-F263-4AB3-955A-A7C1C98C744A}" type="parTrans" cxnId="{AA60CC5C-BCD6-4CA8-B9E6-5E89E3451129}">
      <dgm:prSet/>
      <dgm:spPr/>
      <dgm:t>
        <a:bodyPr/>
        <a:lstStyle/>
        <a:p>
          <a:endParaRPr lang="en-US"/>
        </a:p>
      </dgm:t>
    </dgm:pt>
    <dgm:pt modelId="{495F3492-8D75-4F72-9287-0282FD26113A}" type="sibTrans" cxnId="{AA60CC5C-BCD6-4CA8-B9E6-5E89E3451129}">
      <dgm:prSet/>
      <dgm:spPr/>
      <dgm:t>
        <a:bodyPr/>
        <a:lstStyle/>
        <a:p>
          <a:endParaRPr lang="en-US"/>
        </a:p>
      </dgm:t>
    </dgm:pt>
    <dgm:pt modelId="{CD850D1B-24F7-449E-82AB-03B2614F796B}">
      <dgm:prSet/>
      <dgm:spPr/>
      <dgm:t>
        <a:bodyPr/>
        <a:lstStyle/>
        <a:p>
          <a:pPr>
            <a:lnSpc>
              <a:spcPct val="100000"/>
            </a:lnSpc>
          </a:pPr>
          <a:r>
            <a:rPr lang="es-ES" dirty="0"/>
            <a:t>Servidor, son las </a:t>
          </a:r>
          <a:r>
            <a:rPr lang="es-ES" dirty="0" err="1"/>
            <a:t>tools</a:t>
          </a:r>
          <a:r>
            <a:rPr lang="es-ES" dirty="0"/>
            <a:t> o </a:t>
          </a:r>
          <a:r>
            <a:rPr lang="es-ES" dirty="0" err="1"/>
            <a:t>resources</a:t>
          </a:r>
          <a:r>
            <a:rPr lang="es-ES" dirty="0"/>
            <a:t> con los que queremos interactuar</a:t>
          </a:r>
          <a:endParaRPr lang="en-US" dirty="0"/>
        </a:p>
      </dgm:t>
    </dgm:pt>
    <dgm:pt modelId="{9F6F48B4-4483-4C26-803F-417A69552A49}" type="parTrans" cxnId="{FD45E468-ED0E-4558-9993-BD2A8FE8D6F0}">
      <dgm:prSet/>
      <dgm:spPr/>
      <dgm:t>
        <a:bodyPr/>
        <a:lstStyle/>
        <a:p>
          <a:endParaRPr lang="en-US"/>
        </a:p>
      </dgm:t>
    </dgm:pt>
    <dgm:pt modelId="{0DA391FD-C8DA-4303-A6AD-20E983E4F25A}" type="sibTrans" cxnId="{FD45E468-ED0E-4558-9993-BD2A8FE8D6F0}">
      <dgm:prSet/>
      <dgm:spPr/>
      <dgm:t>
        <a:bodyPr/>
        <a:lstStyle/>
        <a:p>
          <a:endParaRPr lang="en-US"/>
        </a:p>
      </dgm:t>
    </dgm:pt>
    <dgm:pt modelId="{846E5468-432E-4B1F-8F80-89371BE98982}">
      <dgm:prSet/>
      <dgm:spPr/>
      <dgm:t>
        <a:bodyPr/>
        <a:lstStyle/>
        <a:p>
          <a:pPr>
            <a:lnSpc>
              <a:spcPct val="100000"/>
            </a:lnSpc>
          </a:pPr>
          <a:r>
            <a:rPr lang="es-ES"/>
            <a:t>Anotaciones: para simplificar la creación de clientes MCP</a:t>
          </a:r>
          <a:endParaRPr lang="en-US"/>
        </a:p>
      </dgm:t>
    </dgm:pt>
    <dgm:pt modelId="{0EA9BA70-3439-4496-B722-D80A87584A8B}" type="parTrans" cxnId="{76AF62E1-9702-461A-B262-B96FDE5B58E0}">
      <dgm:prSet/>
      <dgm:spPr/>
      <dgm:t>
        <a:bodyPr/>
        <a:lstStyle/>
        <a:p>
          <a:endParaRPr lang="en-US"/>
        </a:p>
      </dgm:t>
    </dgm:pt>
    <dgm:pt modelId="{131F46C1-8198-44FE-B0F6-63DBCD4CA977}" type="sibTrans" cxnId="{76AF62E1-9702-461A-B262-B96FDE5B58E0}">
      <dgm:prSet/>
      <dgm:spPr/>
      <dgm:t>
        <a:bodyPr/>
        <a:lstStyle/>
        <a:p>
          <a:endParaRPr lang="en-US"/>
        </a:p>
      </dgm:t>
    </dgm:pt>
    <dgm:pt modelId="{EB6045FB-CA63-4171-8B7D-CC07FDDA5FB4}">
      <dgm:prSet/>
      <dgm:spPr/>
      <dgm:t>
        <a:bodyPr/>
        <a:lstStyle/>
        <a:p>
          <a:pPr>
            <a:lnSpc>
              <a:spcPct val="100000"/>
            </a:lnSpc>
          </a:pPr>
          <a:r>
            <a:rPr lang="es-ES"/>
            <a:t>⚠️ </a:t>
          </a:r>
          <a:r>
            <a:rPr lang="es-ES" b="1"/>
            <a:t>Warning:</a:t>
          </a:r>
          <a:r>
            <a:rPr lang="es-ES"/>
            <a:t> Si en el lado del cliente, le indicas un modelo que sea malo, no es capaz de determinar bien las tools y las estará utilizando todo el rato</a:t>
          </a:r>
          <a:endParaRPr lang="en-US"/>
        </a:p>
      </dgm:t>
    </dgm:pt>
    <dgm:pt modelId="{CE19BC66-B994-4754-97C3-8172039C245A}" type="parTrans" cxnId="{4033205C-8991-4B28-A5C6-6DC1B37D71A1}">
      <dgm:prSet/>
      <dgm:spPr/>
      <dgm:t>
        <a:bodyPr/>
        <a:lstStyle/>
        <a:p>
          <a:endParaRPr lang="en-US"/>
        </a:p>
      </dgm:t>
    </dgm:pt>
    <dgm:pt modelId="{01A7FD95-170A-4969-B31F-35B65E5AD647}" type="sibTrans" cxnId="{4033205C-8991-4B28-A5C6-6DC1B37D71A1}">
      <dgm:prSet/>
      <dgm:spPr/>
      <dgm:t>
        <a:bodyPr/>
        <a:lstStyle/>
        <a:p>
          <a:endParaRPr lang="en-US"/>
        </a:p>
      </dgm:t>
    </dgm:pt>
    <dgm:pt modelId="{A76E686B-2594-40FB-B7A2-243D90574495}" type="pres">
      <dgm:prSet presAssocID="{0A384E05-92CA-4057-8A65-3679510F5460}" presName="root" presStyleCnt="0">
        <dgm:presLayoutVars>
          <dgm:dir/>
          <dgm:resizeHandles val="exact"/>
        </dgm:presLayoutVars>
      </dgm:prSet>
      <dgm:spPr/>
    </dgm:pt>
    <dgm:pt modelId="{469379F8-88BD-4071-AE99-5E7ECD2589A8}" type="pres">
      <dgm:prSet presAssocID="{2DA42A40-1B43-4C6C-9AC4-CBFB71B33AC2}" presName="compNode" presStyleCnt="0"/>
      <dgm:spPr/>
    </dgm:pt>
    <dgm:pt modelId="{61B52F5A-B5B3-4E4C-9FB0-448B2539D34F}" type="pres">
      <dgm:prSet presAssocID="{2DA42A40-1B43-4C6C-9AC4-CBFB71B33AC2}"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Jerarquía"/>
        </a:ext>
      </dgm:extLst>
    </dgm:pt>
    <dgm:pt modelId="{86460066-EF25-453C-9EA0-446BC3092EAF}" type="pres">
      <dgm:prSet presAssocID="{2DA42A40-1B43-4C6C-9AC4-CBFB71B33AC2}" presName="spaceRect" presStyleCnt="0"/>
      <dgm:spPr/>
    </dgm:pt>
    <dgm:pt modelId="{720D0C9E-570F-474A-B3A2-F866194D36FE}" type="pres">
      <dgm:prSet presAssocID="{2DA42A40-1B43-4C6C-9AC4-CBFB71B33AC2}" presName="textRect" presStyleLbl="revTx" presStyleIdx="0" presStyleCnt="5">
        <dgm:presLayoutVars>
          <dgm:chMax val="1"/>
          <dgm:chPref val="1"/>
        </dgm:presLayoutVars>
      </dgm:prSet>
      <dgm:spPr/>
    </dgm:pt>
    <dgm:pt modelId="{1EDAB5A6-F881-4F1F-A4B6-CAB902918E31}" type="pres">
      <dgm:prSet presAssocID="{C7DA4988-14E3-4953-A9E0-C4FE792015B0}" presName="sibTrans" presStyleCnt="0"/>
      <dgm:spPr/>
    </dgm:pt>
    <dgm:pt modelId="{799FB2DC-55C6-48AD-959A-220CD9730E71}" type="pres">
      <dgm:prSet presAssocID="{F388BE4D-2D88-4D18-A282-EC8A96A20482}" presName="compNode" presStyleCnt="0"/>
      <dgm:spPr/>
    </dgm:pt>
    <dgm:pt modelId="{0990EBD6-4218-4DC1-9A9A-980F12006D75}" type="pres">
      <dgm:prSet presAssocID="{F388BE4D-2D88-4D18-A282-EC8A96A20482}"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uario"/>
        </a:ext>
      </dgm:extLst>
    </dgm:pt>
    <dgm:pt modelId="{9A90A9DB-B0E9-48E8-93FC-036510FEF277}" type="pres">
      <dgm:prSet presAssocID="{F388BE4D-2D88-4D18-A282-EC8A96A20482}" presName="spaceRect" presStyleCnt="0"/>
      <dgm:spPr/>
    </dgm:pt>
    <dgm:pt modelId="{3CF704BD-8E9E-4378-A50E-46171A3C2492}" type="pres">
      <dgm:prSet presAssocID="{F388BE4D-2D88-4D18-A282-EC8A96A20482}" presName="textRect" presStyleLbl="revTx" presStyleIdx="1" presStyleCnt="5">
        <dgm:presLayoutVars>
          <dgm:chMax val="1"/>
          <dgm:chPref val="1"/>
        </dgm:presLayoutVars>
      </dgm:prSet>
      <dgm:spPr/>
    </dgm:pt>
    <dgm:pt modelId="{F5163B01-C56C-4771-B2B1-82AB77D56B8C}" type="pres">
      <dgm:prSet presAssocID="{495F3492-8D75-4F72-9287-0282FD26113A}" presName="sibTrans" presStyleCnt="0"/>
      <dgm:spPr/>
    </dgm:pt>
    <dgm:pt modelId="{034524AE-A31B-47AA-95D8-E34E07FF9819}" type="pres">
      <dgm:prSet presAssocID="{CD850D1B-24F7-449E-82AB-03B2614F796B}" presName="compNode" presStyleCnt="0"/>
      <dgm:spPr/>
    </dgm:pt>
    <dgm:pt modelId="{B7CB8A74-0E3A-4A9A-8516-34FC903E8F16}" type="pres">
      <dgm:prSet presAssocID="{CD850D1B-24F7-449E-82AB-03B2614F796B}"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ervidor"/>
        </a:ext>
      </dgm:extLst>
    </dgm:pt>
    <dgm:pt modelId="{52D62822-E45E-4EB8-B2EF-1F3397BC110F}" type="pres">
      <dgm:prSet presAssocID="{CD850D1B-24F7-449E-82AB-03B2614F796B}" presName="spaceRect" presStyleCnt="0"/>
      <dgm:spPr/>
    </dgm:pt>
    <dgm:pt modelId="{63EE565E-E5B5-4062-B06E-3D64CD46D3E0}" type="pres">
      <dgm:prSet presAssocID="{CD850D1B-24F7-449E-82AB-03B2614F796B}" presName="textRect" presStyleLbl="revTx" presStyleIdx="2" presStyleCnt="5">
        <dgm:presLayoutVars>
          <dgm:chMax val="1"/>
          <dgm:chPref val="1"/>
        </dgm:presLayoutVars>
      </dgm:prSet>
      <dgm:spPr/>
    </dgm:pt>
    <dgm:pt modelId="{10262DC7-D0AF-4A5C-BF3A-83791F55ACA7}" type="pres">
      <dgm:prSet presAssocID="{0DA391FD-C8DA-4303-A6AD-20E983E4F25A}" presName="sibTrans" presStyleCnt="0"/>
      <dgm:spPr/>
    </dgm:pt>
    <dgm:pt modelId="{B7BBB0CC-500B-4071-8A93-48624DB09CA5}" type="pres">
      <dgm:prSet presAssocID="{846E5468-432E-4B1F-8F80-89371BE98982}" presName="compNode" presStyleCnt="0"/>
      <dgm:spPr/>
    </dgm:pt>
    <dgm:pt modelId="{DF8BEF60-4648-44C3-87A7-6C28FD0D9AA0}" type="pres">
      <dgm:prSet presAssocID="{846E5468-432E-4B1F-8F80-89371BE98982}"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ca de verificación"/>
        </a:ext>
      </dgm:extLst>
    </dgm:pt>
    <dgm:pt modelId="{4B5CD69B-54EB-492B-BB7F-6908D4691BC6}" type="pres">
      <dgm:prSet presAssocID="{846E5468-432E-4B1F-8F80-89371BE98982}" presName="spaceRect" presStyleCnt="0"/>
      <dgm:spPr/>
    </dgm:pt>
    <dgm:pt modelId="{42CB845D-7A9E-47A2-B730-98688F02C2FC}" type="pres">
      <dgm:prSet presAssocID="{846E5468-432E-4B1F-8F80-89371BE98982}" presName="textRect" presStyleLbl="revTx" presStyleIdx="3" presStyleCnt="5">
        <dgm:presLayoutVars>
          <dgm:chMax val="1"/>
          <dgm:chPref val="1"/>
        </dgm:presLayoutVars>
      </dgm:prSet>
      <dgm:spPr/>
    </dgm:pt>
    <dgm:pt modelId="{74CE16A6-5504-41FB-8A77-A2C669A011E1}" type="pres">
      <dgm:prSet presAssocID="{131F46C1-8198-44FE-B0F6-63DBCD4CA977}" presName="sibTrans" presStyleCnt="0"/>
      <dgm:spPr/>
    </dgm:pt>
    <dgm:pt modelId="{12AB3F36-8221-4FF8-BC7A-D9E1EE67E2F2}" type="pres">
      <dgm:prSet presAssocID="{EB6045FB-CA63-4171-8B7D-CC07FDDA5FB4}" presName="compNode" presStyleCnt="0"/>
      <dgm:spPr/>
    </dgm:pt>
    <dgm:pt modelId="{E00D9273-233D-4A68-9A05-92B9A2615F04}" type="pres">
      <dgm:prSet presAssocID="{EB6045FB-CA63-4171-8B7D-CC07FDDA5FB4}"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Exclamation Mark"/>
        </a:ext>
      </dgm:extLst>
    </dgm:pt>
    <dgm:pt modelId="{7367BEDA-388A-42D6-9396-1AD0F5305D36}" type="pres">
      <dgm:prSet presAssocID="{EB6045FB-CA63-4171-8B7D-CC07FDDA5FB4}" presName="spaceRect" presStyleCnt="0"/>
      <dgm:spPr/>
    </dgm:pt>
    <dgm:pt modelId="{0A4BEE31-31A0-4ECD-9905-7CDC8BCACD60}" type="pres">
      <dgm:prSet presAssocID="{EB6045FB-CA63-4171-8B7D-CC07FDDA5FB4}" presName="textRect" presStyleLbl="revTx" presStyleIdx="4" presStyleCnt="5">
        <dgm:presLayoutVars>
          <dgm:chMax val="1"/>
          <dgm:chPref val="1"/>
        </dgm:presLayoutVars>
      </dgm:prSet>
      <dgm:spPr/>
    </dgm:pt>
  </dgm:ptLst>
  <dgm:cxnLst>
    <dgm:cxn modelId="{85197C12-0CEA-FE4A-A735-EB6420675D56}" type="presOf" srcId="{EB6045FB-CA63-4171-8B7D-CC07FDDA5FB4}" destId="{0A4BEE31-31A0-4ECD-9905-7CDC8BCACD60}" srcOrd="0" destOrd="0" presId="urn:microsoft.com/office/officeart/2018/2/layout/IconLabelList"/>
    <dgm:cxn modelId="{6FD52516-C6C3-DE47-B43B-F9805D36A398}" type="presOf" srcId="{0A384E05-92CA-4057-8A65-3679510F5460}" destId="{A76E686B-2594-40FB-B7A2-243D90574495}" srcOrd="0" destOrd="0" presId="urn:microsoft.com/office/officeart/2018/2/layout/IconLabelList"/>
    <dgm:cxn modelId="{4033205C-8991-4B28-A5C6-6DC1B37D71A1}" srcId="{0A384E05-92CA-4057-8A65-3679510F5460}" destId="{EB6045FB-CA63-4171-8B7D-CC07FDDA5FB4}" srcOrd="4" destOrd="0" parTransId="{CE19BC66-B994-4754-97C3-8172039C245A}" sibTransId="{01A7FD95-170A-4969-B31F-35B65E5AD647}"/>
    <dgm:cxn modelId="{AA60CC5C-BCD6-4CA8-B9E6-5E89E3451129}" srcId="{0A384E05-92CA-4057-8A65-3679510F5460}" destId="{F388BE4D-2D88-4D18-A282-EC8A96A20482}" srcOrd="1" destOrd="0" parTransId="{FA7C62D0-F263-4AB3-955A-A7C1C98C744A}" sibTransId="{495F3492-8D75-4F72-9287-0282FD26113A}"/>
    <dgm:cxn modelId="{73C46964-3066-1645-B156-450CF4858B00}" type="presOf" srcId="{F388BE4D-2D88-4D18-A282-EC8A96A20482}" destId="{3CF704BD-8E9E-4378-A50E-46171A3C2492}" srcOrd="0" destOrd="0" presId="urn:microsoft.com/office/officeart/2018/2/layout/IconLabelList"/>
    <dgm:cxn modelId="{FD45E468-ED0E-4558-9993-BD2A8FE8D6F0}" srcId="{0A384E05-92CA-4057-8A65-3679510F5460}" destId="{CD850D1B-24F7-449E-82AB-03B2614F796B}" srcOrd="2" destOrd="0" parTransId="{9F6F48B4-4483-4C26-803F-417A69552A49}" sibTransId="{0DA391FD-C8DA-4303-A6AD-20E983E4F25A}"/>
    <dgm:cxn modelId="{355A7085-5F2C-E541-9E9A-E7F98F67F7B2}" type="presOf" srcId="{846E5468-432E-4B1F-8F80-89371BE98982}" destId="{42CB845D-7A9E-47A2-B730-98688F02C2FC}" srcOrd="0" destOrd="0" presId="urn:microsoft.com/office/officeart/2018/2/layout/IconLabelList"/>
    <dgm:cxn modelId="{06866F86-F865-D64C-B12E-6E15AC87047F}" type="presOf" srcId="{CD850D1B-24F7-449E-82AB-03B2614F796B}" destId="{63EE565E-E5B5-4062-B06E-3D64CD46D3E0}" srcOrd="0" destOrd="0" presId="urn:microsoft.com/office/officeart/2018/2/layout/IconLabelList"/>
    <dgm:cxn modelId="{054C52BA-03B1-46DA-ABDC-0FB2D4BB9DDD}" srcId="{0A384E05-92CA-4057-8A65-3679510F5460}" destId="{2DA42A40-1B43-4C6C-9AC4-CBFB71B33AC2}" srcOrd="0" destOrd="0" parTransId="{3849BF82-08CF-49C8-9C41-C3B518909EDB}" sibTransId="{C7DA4988-14E3-4953-A9E0-C4FE792015B0}"/>
    <dgm:cxn modelId="{76AF62E1-9702-461A-B262-B96FDE5B58E0}" srcId="{0A384E05-92CA-4057-8A65-3679510F5460}" destId="{846E5468-432E-4B1F-8F80-89371BE98982}" srcOrd="3" destOrd="0" parTransId="{0EA9BA70-3439-4496-B722-D80A87584A8B}" sibTransId="{131F46C1-8198-44FE-B0F6-63DBCD4CA977}"/>
    <dgm:cxn modelId="{95099EFA-E533-0A42-A62B-37BE67AE3984}" type="presOf" srcId="{2DA42A40-1B43-4C6C-9AC4-CBFB71B33AC2}" destId="{720D0C9E-570F-474A-B3A2-F866194D36FE}" srcOrd="0" destOrd="0" presId="urn:microsoft.com/office/officeart/2018/2/layout/IconLabelList"/>
    <dgm:cxn modelId="{D121BA04-2982-BB47-8E0B-F29E155A6A7F}" type="presParOf" srcId="{A76E686B-2594-40FB-B7A2-243D90574495}" destId="{469379F8-88BD-4071-AE99-5E7ECD2589A8}" srcOrd="0" destOrd="0" presId="urn:microsoft.com/office/officeart/2018/2/layout/IconLabelList"/>
    <dgm:cxn modelId="{101DAC44-E7EB-9A4B-9E81-0A0DC0B6FE88}" type="presParOf" srcId="{469379F8-88BD-4071-AE99-5E7ECD2589A8}" destId="{61B52F5A-B5B3-4E4C-9FB0-448B2539D34F}" srcOrd="0" destOrd="0" presId="urn:microsoft.com/office/officeart/2018/2/layout/IconLabelList"/>
    <dgm:cxn modelId="{A96AEA9D-5AB7-6047-B48B-F0FF3F4AE6DC}" type="presParOf" srcId="{469379F8-88BD-4071-AE99-5E7ECD2589A8}" destId="{86460066-EF25-453C-9EA0-446BC3092EAF}" srcOrd="1" destOrd="0" presId="urn:microsoft.com/office/officeart/2018/2/layout/IconLabelList"/>
    <dgm:cxn modelId="{EAC7D351-4045-544C-9E4C-E7A568EE705B}" type="presParOf" srcId="{469379F8-88BD-4071-AE99-5E7ECD2589A8}" destId="{720D0C9E-570F-474A-B3A2-F866194D36FE}" srcOrd="2" destOrd="0" presId="urn:microsoft.com/office/officeart/2018/2/layout/IconLabelList"/>
    <dgm:cxn modelId="{D81F9298-43D9-864B-9C10-C8D89824403F}" type="presParOf" srcId="{A76E686B-2594-40FB-B7A2-243D90574495}" destId="{1EDAB5A6-F881-4F1F-A4B6-CAB902918E31}" srcOrd="1" destOrd="0" presId="urn:microsoft.com/office/officeart/2018/2/layout/IconLabelList"/>
    <dgm:cxn modelId="{BE93E370-5729-EA45-B397-7BE73ED8D735}" type="presParOf" srcId="{A76E686B-2594-40FB-B7A2-243D90574495}" destId="{799FB2DC-55C6-48AD-959A-220CD9730E71}" srcOrd="2" destOrd="0" presId="urn:microsoft.com/office/officeart/2018/2/layout/IconLabelList"/>
    <dgm:cxn modelId="{4BB1012B-761E-4340-B257-BDC26A98A413}" type="presParOf" srcId="{799FB2DC-55C6-48AD-959A-220CD9730E71}" destId="{0990EBD6-4218-4DC1-9A9A-980F12006D75}" srcOrd="0" destOrd="0" presId="urn:microsoft.com/office/officeart/2018/2/layout/IconLabelList"/>
    <dgm:cxn modelId="{A04F8648-513B-424D-B1AE-6FC3B6306345}" type="presParOf" srcId="{799FB2DC-55C6-48AD-959A-220CD9730E71}" destId="{9A90A9DB-B0E9-48E8-93FC-036510FEF277}" srcOrd="1" destOrd="0" presId="urn:microsoft.com/office/officeart/2018/2/layout/IconLabelList"/>
    <dgm:cxn modelId="{6C101087-9EBF-7148-9634-888526FE4073}" type="presParOf" srcId="{799FB2DC-55C6-48AD-959A-220CD9730E71}" destId="{3CF704BD-8E9E-4378-A50E-46171A3C2492}" srcOrd="2" destOrd="0" presId="urn:microsoft.com/office/officeart/2018/2/layout/IconLabelList"/>
    <dgm:cxn modelId="{B0FF8EEB-D908-7145-9506-2D47DC19BA0F}" type="presParOf" srcId="{A76E686B-2594-40FB-B7A2-243D90574495}" destId="{F5163B01-C56C-4771-B2B1-82AB77D56B8C}" srcOrd="3" destOrd="0" presId="urn:microsoft.com/office/officeart/2018/2/layout/IconLabelList"/>
    <dgm:cxn modelId="{2AE4FE70-D1CE-904A-9C80-636C0826A950}" type="presParOf" srcId="{A76E686B-2594-40FB-B7A2-243D90574495}" destId="{034524AE-A31B-47AA-95D8-E34E07FF9819}" srcOrd="4" destOrd="0" presId="urn:microsoft.com/office/officeart/2018/2/layout/IconLabelList"/>
    <dgm:cxn modelId="{F19F5D9D-A1CB-244F-AADF-B93811A5FB4C}" type="presParOf" srcId="{034524AE-A31B-47AA-95D8-E34E07FF9819}" destId="{B7CB8A74-0E3A-4A9A-8516-34FC903E8F16}" srcOrd="0" destOrd="0" presId="urn:microsoft.com/office/officeart/2018/2/layout/IconLabelList"/>
    <dgm:cxn modelId="{1A1C8455-17CE-B84F-B595-E9A49AC48442}" type="presParOf" srcId="{034524AE-A31B-47AA-95D8-E34E07FF9819}" destId="{52D62822-E45E-4EB8-B2EF-1F3397BC110F}" srcOrd="1" destOrd="0" presId="urn:microsoft.com/office/officeart/2018/2/layout/IconLabelList"/>
    <dgm:cxn modelId="{0A3BB976-E6FF-AA48-9600-212953074923}" type="presParOf" srcId="{034524AE-A31B-47AA-95D8-E34E07FF9819}" destId="{63EE565E-E5B5-4062-B06E-3D64CD46D3E0}" srcOrd="2" destOrd="0" presId="urn:microsoft.com/office/officeart/2018/2/layout/IconLabelList"/>
    <dgm:cxn modelId="{95E1B49C-587F-2E4A-BD57-FEF5563CAA77}" type="presParOf" srcId="{A76E686B-2594-40FB-B7A2-243D90574495}" destId="{10262DC7-D0AF-4A5C-BF3A-83791F55ACA7}" srcOrd="5" destOrd="0" presId="urn:microsoft.com/office/officeart/2018/2/layout/IconLabelList"/>
    <dgm:cxn modelId="{063A7FB1-8B3B-834A-A449-A476FEC654BD}" type="presParOf" srcId="{A76E686B-2594-40FB-B7A2-243D90574495}" destId="{B7BBB0CC-500B-4071-8A93-48624DB09CA5}" srcOrd="6" destOrd="0" presId="urn:microsoft.com/office/officeart/2018/2/layout/IconLabelList"/>
    <dgm:cxn modelId="{1646D02C-D465-DF4A-910F-FFD79BF3F5A2}" type="presParOf" srcId="{B7BBB0CC-500B-4071-8A93-48624DB09CA5}" destId="{DF8BEF60-4648-44C3-87A7-6C28FD0D9AA0}" srcOrd="0" destOrd="0" presId="urn:microsoft.com/office/officeart/2018/2/layout/IconLabelList"/>
    <dgm:cxn modelId="{15E6C55A-05AB-E543-B8CA-D0D913855ED0}" type="presParOf" srcId="{B7BBB0CC-500B-4071-8A93-48624DB09CA5}" destId="{4B5CD69B-54EB-492B-BB7F-6908D4691BC6}" srcOrd="1" destOrd="0" presId="urn:microsoft.com/office/officeart/2018/2/layout/IconLabelList"/>
    <dgm:cxn modelId="{301A5BFB-D2C6-0149-849E-F4D806B2EAD2}" type="presParOf" srcId="{B7BBB0CC-500B-4071-8A93-48624DB09CA5}" destId="{42CB845D-7A9E-47A2-B730-98688F02C2FC}" srcOrd="2" destOrd="0" presId="urn:microsoft.com/office/officeart/2018/2/layout/IconLabelList"/>
    <dgm:cxn modelId="{DFB1E276-5AE9-B94F-A68E-8C23D1AA8065}" type="presParOf" srcId="{A76E686B-2594-40FB-B7A2-243D90574495}" destId="{74CE16A6-5504-41FB-8A77-A2C669A011E1}" srcOrd="7" destOrd="0" presId="urn:microsoft.com/office/officeart/2018/2/layout/IconLabelList"/>
    <dgm:cxn modelId="{47FA64FC-EF2D-9046-A6C1-9012FBE92530}" type="presParOf" srcId="{A76E686B-2594-40FB-B7A2-243D90574495}" destId="{12AB3F36-8221-4FF8-BC7A-D9E1EE67E2F2}" srcOrd="8" destOrd="0" presId="urn:microsoft.com/office/officeart/2018/2/layout/IconLabelList"/>
    <dgm:cxn modelId="{7A467927-01CE-2848-BD3E-0D92A00EEF84}" type="presParOf" srcId="{12AB3F36-8221-4FF8-BC7A-D9E1EE67E2F2}" destId="{E00D9273-233D-4A68-9A05-92B9A2615F04}" srcOrd="0" destOrd="0" presId="urn:microsoft.com/office/officeart/2018/2/layout/IconLabelList"/>
    <dgm:cxn modelId="{FE82762A-27D5-9D4B-A5B2-D6275D5F4FD4}" type="presParOf" srcId="{12AB3F36-8221-4FF8-BC7A-D9E1EE67E2F2}" destId="{7367BEDA-388A-42D6-9396-1AD0F5305D36}" srcOrd="1" destOrd="0" presId="urn:microsoft.com/office/officeart/2018/2/layout/IconLabelList"/>
    <dgm:cxn modelId="{844B69E9-4160-3A4A-B453-60BAE8DF80D6}" type="presParOf" srcId="{12AB3F36-8221-4FF8-BC7A-D9E1EE67E2F2}" destId="{0A4BEE31-31A0-4ECD-9905-7CDC8BCACD6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905F85B-1E7F-4224-88B5-5BD4EBCF8122}"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DE08A924-01DC-4342-946D-59953C939F10}">
      <dgm:prSet/>
      <dgm:spPr/>
      <dgm:t>
        <a:bodyPr/>
        <a:lstStyle/>
        <a:p>
          <a:pPr>
            <a:lnSpc>
              <a:spcPct val="100000"/>
            </a:lnSpc>
          </a:pPr>
          <a:r>
            <a:rPr lang="es-ES"/>
            <a:t>Es el que ofrece el servicio, es decir tool o resource</a:t>
          </a:r>
          <a:endParaRPr lang="en-US"/>
        </a:p>
      </dgm:t>
    </dgm:pt>
    <dgm:pt modelId="{5D30ED3E-94FF-4F4C-9F31-BB61ECE46E6B}" type="parTrans" cxnId="{4D6AC761-D4F9-4219-AFB2-7B61093201E8}">
      <dgm:prSet/>
      <dgm:spPr/>
      <dgm:t>
        <a:bodyPr/>
        <a:lstStyle/>
        <a:p>
          <a:endParaRPr lang="en-US"/>
        </a:p>
      </dgm:t>
    </dgm:pt>
    <dgm:pt modelId="{512418E0-D4B2-4ECA-B9EF-022C29F5F4E7}" type="sibTrans" cxnId="{4D6AC761-D4F9-4219-AFB2-7B61093201E8}">
      <dgm:prSet/>
      <dgm:spPr/>
      <dgm:t>
        <a:bodyPr/>
        <a:lstStyle/>
        <a:p>
          <a:endParaRPr lang="en-US"/>
        </a:p>
      </dgm:t>
    </dgm:pt>
    <dgm:pt modelId="{4313E077-6AB4-469C-93B1-8753DCA8FAFE}">
      <dgm:prSet/>
      <dgm:spPr/>
      <dgm:t>
        <a:bodyPr/>
        <a:lstStyle/>
        <a:p>
          <a:pPr>
            <a:lnSpc>
              <a:spcPct val="100000"/>
            </a:lnSpc>
          </a:pPr>
          <a:r>
            <a:rPr lang="es-ES"/>
            <a:t>Permite el uso de anotaciones para indicar que es una tool y los parámetros que necesita dicha “tool”</a:t>
          </a:r>
          <a:endParaRPr lang="en-US"/>
        </a:p>
      </dgm:t>
    </dgm:pt>
    <dgm:pt modelId="{931B2248-BE42-4B8A-B24E-5590A1EB7801}" type="parTrans" cxnId="{DF431FC0-4123-4F80-B2DA-65E127E54F6E}">
      <dgm:prSet/>
      <dgm:spPr/>
      <dgm:t>
        <a:bodyPr/>
        <a:lstStyle/>
        <a:p>
          <a:endParaRPr lang="en-US"/>
        </a:p>
      </dgm:t>
    </dgm:pt>
    <dgm:pt modelId="{BC14C769-EAEB-480C-8401-C743C6030D21}" type="sibTrans" cxnId="{DF431FC0-4123-4F80-B2DA-65E127E54F6E}">
      <dgm:prSet/>
      <dgm:spPr/>
      <dgm:t>
        <a:bodyPr/>
        <a:lstStyle/>
        <a:p>
          <a:endParaRPr lang="en-US"/>
        </a:p>
      </dgm:t>
    </dgm:pt>
    <dgm:pt modelId="{9A8EF1D2-F5EA-4AE5-BCF2-E79B565D74B1}">
      <dgm:prSet/>
      <dgm:spPr/>
      <dgm:t>
        <a:bodyPr/>
        <a:lstStyle/>
        <a:p>
          <a:pPr>
            <a:lnSpc>
              <a:spcPct val="100000"/>
            </a:lnSpc>
          </a:pPr>
          <a:r>
            <a:rPr lang="es-ES"/>
            <a:t>Se puede configurar para autodescubrimiento de “tolos” y genere los endpoints y metadatos específicos para las “tolos”</a:t>
          </a:r>
          <a:endParaRPr lang="en-US"/>
        </a:p>
      </dgm:t>
    </dgm:pt>
    <dgm:pt modelId="{5050A4CB-5297-4B5D-A6C9-DC83C1DF4BC5}" type="parTrans" cxnId="{9A591460-6294-473A-A2C7-AE6C8A46C0FF}">
      <dgm:prSet/>
      <dgm:spPr/>
      <dgm:t>
        <a:bodyPr/>
        <a:lstStyle/>
        <a:p>
          <a:endParaRPr lang="en-US"/>
        </a:p>
      </dgm:t>
    </dgm:pt>
    <dgm:pt modelId="{53CFB39E-5178-4970-AF9E-7F2C55A9DA82}" type="sibTrans" cxnId="{9A591460-6294-473A-A2C7-AE6C8A46C0FF}">
      <dgm:prSet/>
      <dgm:spPr/>
      <dgm:t>
        <a:bodyPr/>
        <a:lstStyle/>
        <a:p>
          <a:endParaRPr lang="en-US"/>
        </a:p>
      </dgm:t>
    </dgm:pt>
    <dgm:pt modelId="{944B8104-FC81-4440-B613-BD64045F7D53}" type="pres">
      <dgm:prSet presAssocID="{F905F85B-1E7F-4224-88B5-5BD4EBCF8122}" presName="root" presStyleCnt="0">
        <dgm:presLayoutVars>
          <dgm:dir/>
          <dgm:resizeHandles val="exact"/>
        </dgm:presLayoutVars>
      </dgm:prSet>
      <dgm:spPr/>
    </dgm:pt>
    <dgm:pt modelId="{8D00EC5B-4612-45EB-9C87-308B2A238B43}" type="pres">
      <dgm:prSet presAssocID="{DE08A924-01DC-4342-946D-59953C939F10}" presName="compNode" presStyleCnt="0"/>
      <dgm:spPr/>
    </dgm:pt>
    <dgm:pt modelId="{FC19C2BF-AC50-47F6-ACAE-F54572EEBF50}" type="pres">
      <dgm:prSet presAssocID="{DE08A924-01DC-4342-946D-59953C939F1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rramientas"/>
        </a:ext>
      </dgm:extLst>
    </dgm:pt>
    <dgm:pt modelId="{7CFCDE2C-3E94-4989-98A6-5353B7ABE73C}" type="pres">
      <dgm:prSet presAssocID="{DE08A924-01DC-4342-946D-59953C939F10}" presName="spaceRect" presStyleCnt="0"/>
      <dgm:spPr/>
    </dgm:pt>
    <dgm:pt modelId="{B65C24D4-580B-4A9F-9F52-8324B5680D1B}" type="pres">
      <dgm:prSet presAssocID="{DE08A924-01DC-4342-946D-59953C939F10}" presName="textRect" presStyleLbl="revTx" presStyleIdx="0" presStyleCnt="3">
        <dgm:presLayoutVars>
          <dgm:chMax val="1"/>
          <dgm:chPref val="1"/>
        </dgm:presLayoutVars>
      </dgm:prSet>
      <dgm:spPr/>
    </dgm:pt>
    <dgm:pt modelId="{624D86CD-8870-4F2E-89E6-8A44866AA29F}" type="pres">
      <dgm:prSet presAssocID="{512418E0-D4B2-4ECA-B9EF-022C29F5F4E7}" presName="sibTrans" presStyleCnt="0"/>
      <dgm:spPr/>
    </dgm:pt>
    <dgm:pt modelId="{9250ADBF-DE11-4F0B-9F06-F50932E8F72E}" type="pres">
      <dgm:prSet presAssocID="{4313E077-6AB4-469C-93B1-8753DCA8FAFE}" presName="compNode" presStyleCnt="0"/>
      <dgm:spPr/>
    </dgm:pt>
    <dgm:pt modelId="{87530C05-07C3-4425-9B1F-13658FC5BC20}" type="pres">
      <dgm:prSet presAssocID="{4313E077-6AB4-469C-93B1-8753DCA8FAF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ca de verificación"/>
        </a:ext>
      </dgm:extLst>
    </dgm:pt>
    <dgm:pt modelId="{B80782DC-51CA-4406-996B-4A1D1DB85299}" type="pres">
      <dgm:prSet presAssocID="{4313E077-6AB4-469C-93B1-8753DCA8FAFE}" presName="spaceRect" presStyleCnt="0"/>
      <dgm:spPr/>
    </dgm:pt>
    <dgm:pt modelId="{C037243F-6135-4993-BCF3-B3707A4128E2}" type="pres">
      <dgm:prSet presAssocID="{4313E077-6AB4-469C-93B1-8753DCA8FAFE}" presName="textRect" presStyleLbl="revTx" presStyleIdx="1" presStyleCnt="3">
        <dgm:presLayoutVars>
          <dgm:chMax val="1"/>
          <dgm:chPref val="1"/>
        </dgm:presLayoutVars>
      </dgm:prSet>
      <dgm:spPr/>
    </dgm:pt>
    <dgm:pt modelId="{7BCFFAC1-880B-4FA3-9262-0B00C8927615}" type="pres">
      <dgm:prSet presAssocID="{BC14C769-EAEB-480C-8401-C743C6030D21}" presName="sibTrans" presStyleCnt="0"/>
      <dgm:spPr/>
    </dgm:pt>
    <dgm:pt modelId="{A9E88147-006C-4168-9585-542063659480}" type="pres">
      <dgm:prSet presAssocID="{9A8EF1D2-F5EA-4AE5-BCF2-E79B565D74B1}" presName="compNode" presStyleCnt="0"/>
      <dgm:spPr/>
    </dgm:pt>
    <dgm:pt modelId="{91B94884-4259-42A6-A93E-09B4FC6B029B}" type="pres">
      <dgm:prSet presAssocID="{9A8EF1D2-F5EA-4AE5-BCF2-E79B565D74B1}"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iagrama de flujo"/>
        </a:ext>
      </dgm:extLst>
    </dgm:pt>
    <dgm:pt modelId="{18534AEF-F45A-4714-8FF4-92C92ADEA05D}" type="pres">
      <dgm:prSet presAssocID="{9A8EF1D2-F5EA-4AE5-BCF2-E79B565D74B1}" presName="spaceRect" presStyleCnt="0"/>
      <dgm:spPr/>
    </dgm:pt>
    <dgm:pt modelId="{B800FC13-16FC-4D4C-9406-2009B963D62A}" type="pres">
      <dgm:prSet presAssocID="{9A8EF1D2-F5EA-4AE5-BCF2-E79B565D74B1}" presName="textRect" presStyleLbl="revTx" presStyleIdx="2" presStyleCnt="3">
        <dgm:presLayoutVars>
          <dgm:chMax val="1"/>
          <dgm:chPref val="1"/>
        </dgm:presLayoutVars>
      </dgm:prSet>
      <dgm:spPr/>
    </dgm:pt>
  </dgm:ptLst>
  <dgm:cxnLst>
    <dgm:cxn modelId="{1BFF6515-81E9-4A0C-B49A-0F272D76B26F}" type="presOf" srcId="{4313E077-6AB4-469C-93B1-8753DCA8FAFE}" destId="{C037243F-6135-4993-BCF3-B3707A4128E2}" srcOrd="0" destOrd="0" presId="urn:microsoft.com/office/officeart/2018/2/layout/IconLabelList"/>
    <dgm:cxn modelId="{031B531E-DF6F-4046-8E74-7B72CCDCD3E4}" type="presOf" srcId="{F905F85B-1E7F-4224-88B5-5BD4EBCF8122}" destId="{944B8104-FC81-4440-B613-BD64045F7D53}" srcOrd="0" destOrd="0" presId="urn:microsoft.com/office/officeart/2018/2/layout/IconLabelList"/>
    <dgm:cxn modelId="{9A591460-6294-473A-A2C7-AE6C8A46C0FF}" srcId="{F905F85B-1E7F-4224-88B5-5BD4EBCF8122}" destId="{9A8EF1D2-F5EA-4AE5-BCF2-E79B565D74B1}" srcOrd="2" destOrd="0" parTransId="{5050A4CB-5297-4B5D-A6C9-DC83C1DF4BC5}" sibTransId="{53CFB39E-5178-4970-AF9E-7F2C55A9DA82}"/>
    <dgm:cxn modelId="{4D6AC761-D4F9-4219-AFB2-7B61093201E8}" srcId="{F905F85B-1E7F-4224-88B5-5BD4EBCF8122}" destId="{DE08A924-01DC-4342-946D-59953C939F10}" srcOrd="0" destOrd="0" parTransId="{5D30ED3E-94FF-4F4C-9F31-BB61ECE46E6B}" sibTransId="{512418E0-D4B2-4ECA-B9EF-022C29F5F4E7}"/>
    <dgm:cxn modelId="{0E6F4AB0-A31A-4697-A8F0-F3F52B866A98}" type="presOf" srcId="{DE08A924-01DC-4342-946D-59953C939F10}" destId="{B65C24D4-580B-4A9F-9F52-8324B5680D1B}" srcOrd="0" destOrd="0" presId="urn:microsoft.com/office/officeart/2018/2/layout/IconLabelList"/>
    <dgm:cxn modelId="{DF431FC0-4123-4F80-B2DA-65E127E54F6E}" srcId="{F905F85B-1E7F-4224-88B5-5BD4EBCF8122}" destId="{4313E077-6AB4-469C-93B1-8753DCA8FAFE}" srcOrd="1" destOrd="0" parTransId="{931B2248-BE42-4B8A-B24E-5590A1EB7801}" sibTransId="{BC14C769-EAEB-480C-8401-C743C6030D21}"/>
    <dgm:cxn modelId="{253164E5-8800-4314-B340-4F9884122F71}" type="presOf" srcId="{9A8EF1D2-F5EA-4AE5-BCF2-E79B565D74B1}" destId="{B800FC13-16FC-4D4C-9406-2009B963D62A}" srcOrd="0" destOrd="0" presId="urn:microsoft.com/office/officeart/2018/2/layout/IconLabelList"/>
    <dgm:cxn modelId="{6E946B7D-D931-4CC8-AFC7-F52C7344BB01}" type="presParOf" srcId="{944B8104-FC81-4440-B613-BD64045F7D53}" destId="{8D00EC5B-4612-45EB-9C87-308B2A238B43}" srcOrd="0" destOrd="0" presId="urn:microsoft.com/office/officeart/2018/2/layout/IconLabelList"/>
    <dgm:cxn modelId="{C817E245-8770-4D15-8B60-3361DD06B78B}" type="presParOf" srcId="{8D00EC5B-4612-45EB-9C87-308B2A238B43}" destId="{FC19C2BF-AC50-47F6-ACAE-F54572EEBF50}" srcOrd="0" destOrd="0" presId="urn:microsoft.com/office/officeart/2018/2/layout/IconLabelList"/>
    <dgm:cxn modelId="{1F6470F5-708A-44A5-80C3-4F8B67EA4B32}" type="presParOf" srcId="{8D00EC5B-4612-45EB-9C87-308B2A238B43}" destId="{7CFCDE2C-3E94-4989-98A6-5353B7ABE73C}" srcOrd="1" destOrd="0" presId="urn:microsoft.com/office/officeart/2018/2/layout/IconLabelList"/>
    <dgm:cxn modelId="{647EB96D-F4E9-4C44-A3DB-3979CF94938A}" type="presParOf" srcId="{8D00EC5B-4612-45EB-9C87-308B2A238B43}" destId="{B65C24D4-580B-4A9F-9F52-8324B5680D1B}" srcOrd="2" destOrd="0" presId="urn:microsoft.com/office/officeart/2018/2/layout/IconLabelList"/>
    <dgm:cxn modelId="{8DB5F4A3-2C0D-4F83-B7D4-4F8315D8F2D0}" type="presParOf" srcId="{944B8104-FC81-4440-B613-BD64045F7D53}" destId="{624D86CD-8870-4F2E-89E6-8A44866AA29F}" srcOrd="1" destOrd="0" presId="urn:microsoft.com/office/officeart/2018/2/layout/IconLabelList"/>
    <dgm:cxn modelId="{A5136861-0E00-46AE-8F8F-A7EEA023E4EC}" type="presParOf" srcId="{944B8104-FC81-4440-B613-BD64045F7D53}" destId="{9250ADBF-DE11-4F0B-9F06-F50932E8F72E}" srcOrd="2" destOrd="0" presId="urn:microsoft.com/office/officeart/2018/2/layout/IconLabelList"/>
    <dgm:cxn modelId="{B7149122-B1E5-4A21-BA39-668DBF1EBDAE}" type="presParOf" srcId="{9250ADBF-DE11-4F0B-9F06-F50932E8F72E}" destId="{87530C05-07C3-4425-9B1F-13658FC5BC20}" srcOrd="0" destOrd="0" presId="urn:microsoft.com/office/officeart/2018/2/layout/IconLabelList"/>
    <dgm:cxn modelId="{76849655-2D7C-4421-8C12-E4857C9CF778}" type="presParOf" srcId="{9250ADBF-DE11-4F0B-9F06-F50932E8F72E}" destId="{B80782DC-51CA-4406-996B-4A1D1DB85299}" srcOrd="1" destOrd="0" presId="urn:microsoft.com/office/officeart/2018/2/layout/IconLabelList"/>
    <dgm:cxn modelId="{B083AAE2-E52F-40B2-8B3F-ABD2FE91765D}" type="presParOf" srcId="{9250ADBF-DE11-4F0B-9F06-F50932E8F72E}" destId="{C037243F-6135-4993-BCF3-B3707A4128E2}" srcOrd="2" destOrd="0" presId="urn:microsoft.com/office/officeart/2018/2/layout/IconLabelList"/>
    <dgm:cxn modelId="{0B1135A1-C44A-4E29-9B99-8EEE6239CF9E}" type="presParOf" srcId="{944B8104-FC81-4440-B613-BD64045F7D53}" destId="{7BCFFAC1-880B-4FA3-9262-0B00C8927615}" srcOrd="3" destOrd="0" presId="urn:microsoft.com/office/officeart/2018/2/layout/IconLabelList"/>
    <dgm:cxn modelId="{307A53BD-12A5-4755-AAC9-A17712241364}" type="presParOf" srcId="{944B8104-FC81-4440-B613-BD64045F7D53}" destId="{A9E88147-006C-4168-9585-542063659480}" srcOrd="4" destOrd="0" presId="urn:microsoft.com/office/officeart/2018/2/layout/IconLabelList"/>
    <dgm:cxn modelId="{AB61F6B9-450A-49BE-88B8-A3F08B7513F8}" type="presParOf" srcId="{A9E88147-006C-4168-9585-542063659480}" destId="{91B94884-4259-42A6-A93E-09B4FC6B029B}" srcOrd="0" destOrd="0" presId="urn:microsoft.com/office/officeart/2018/2/layout/IconLabelList"/>
    <dgm:cxn modelId="{1ABFC8FC-3AB9-4018-9192-395F798F138E}" type="presParOf" srcId="{A9E88147-006C-4168-9585-542063659480}" destId="{18534AEF-F45A-4714-8FF4-92C92ADEA05D}" srcOrd="1" destOrd="0" presId="urn:microsoft.com/office/officeart/2018/2/layout/IconLabelList"/>
    <dgm:cxn modelId="{35C4FAE2-4E80-4C30-BBD6-A507818C819E}" type="presParOf" srcId="{A9E88147-006C-4168-9585-542063659480}" destId="{B800FC13-16FC-4D4C-9406-2009B963D62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274803C-2430-423B-B75B-3621F25A7F9F}"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5B4812EC-05CE-42F4-B3D1-D9B8CE415DA8}">
      <dgm:prSet/>
      <dgm:spPr/>
      <dgm:t>
        <a:bodyPr/>
        <a:lstStyle/>
        <a:p>
          <a:pPr>
            <a:lnSpc>
              <a:spcPct val="100000"/>
            </a:lnSpc>
          </a:pPr>
          <a:r>
            <a:rPr lang="es-ES"/>
            <a:t>Una base de datos de vectores es un sistema diseñado para almacenar embeddings (representaciones numéricas de datos como texto, imágenes o audio) y realizar búsquedas eficientes por similitud entre ellos mediante métricas matemáticas.</a:t>
          </a:r>
          <a:endParaRPr lang="en-US"/>
        </a:p>
      </dgm:t>
    </dgm:pt>
    <dgm:pt modelId="{FE255F07-3CB9-442E-9E58-34068CC89DA2}" type="parTrans" cxnId="{2D31E9F7-030D-4BEF-98E2-21956CE5922C}">
      <dgm:prSet/>
      <dgm:spPr/>
      <dgm:t>
        <a:bodyPr/>
        <a:lstStyle/>
        <a:p>
          <a:endParaRPr lang="en-US"/>
        </a:p>
      </dgm:t>
    </dgm:pt>
    <dgm:pt modelId="{0825D5AF-180D-4527-9D27-643252463A1F}" type="sibTrans" cxnId="{2D31E9F7-030D-4BEF-98E2-21956CE5922C}">
      <dgm:prSet/>
      <dgm:spPr/>
      <dgm:t>
        <a:bodyPr/>
        <a:lstStyle/>
        <a:p>
          <a:endParaRPr lang="en-US"/>
        </a:p>
      </dgm:t>
    </dgm:pt>
    <dgm:pt modelId="{63600684-06F8-4643-AD99-92B5C1D80E53}">
      <dgm:prSet/>
      <dgm:spPr/>
      <dgm:t>
        <a:bodyPr/>
        <a:lstStyle/>
        <a:p>
          <a:pPr>
            <a:lnSpc>
              <a:spcPct val="100000"/>
            </a:lnSpc>
          </a:pPr>
          <a:r>
            <a:rPr lang="es-ES" dirty="0"/>
            <a:t>En esta demostración vamos a probar </a:t>
          </a:r>
          <a:r>
            <a:rPr lang="es-ES" dirty="0">
              <a:hlinkClick xmlns:r="http://schemas.openxmlformats.org/officeDocument/2006/relationships" r:id="rId1"/>
            </a:rPr>
            <a:t>PGvector</a:t>
          </a:r>
          <a:r>
            <a:rPr lang="es-ES" dirty="0"/>
            <a:t> que es una extensión de </a:t>
          </a:r>
          <a:r>
            <a:rPr lang="es-ES" dirty="0" err="1"/>
            <a:t>postgres</a:t>
          </a:r>
          <a:r>
            <a:rPr lang="es-ES" dirty="0"/>
            <a:t> para poder tener datos vectoriales</a:t>
          </a:r>
          <a:endParaRPr lang="en-US" dirty="0"/>
        </a:p>
      </dgm:t>
    </dgm:pt>
    <dgm:pt modelId="{4ED8E05B-A890-4C5B-9B1A-F51E5631C939}" type="parTrans" cxnId="{38ABF1C0-D694-4354-9681-16EB6E0A53A9}">
      <dgm:prSet/>
      <dgm:spPr/>
      <dgm:t>
        <a:bodyPr/>
        <a:lstStyle/>
        <a:p>
          <a:endParaRPr lang="en-US"/>
        </a:p>
      </dgm:t>
    </dgm:pt>
    <dgm:pt modelId="{6D303EEF-632D-40DF-AA1A-1421A81FBD3C}" type="sibTrans" cxnId="{38ABF1C0-D694-4354-9681-16EB6E0A53A9}">
      <dgm:prSet/>
      <dgm:spPr/>
      <dgm:t>
        <a:bodyPr/>
        <a:lstStyle/>
        <a:p>
          <a:endParaRPr lang="en-US"/>
        </a:p>
      </dgm:t>
    </dgm:pt>
    <dgm:pt modelId="{03D36505-EAFB-4D3E-9CA8-FE2B32607B77}" type="pres">
      <dgm:prSet presAssocID="{8274803C-2430-423B-B75B-3621F25A7F9F}" presName="root" presStyleCnt="0">
        <dgm:presLayoutVars>
          <dgm:dir/>
          <dgm:resizeHandles val="exact"/>
        </dgm:presLayoutVars>
      </dgm:prSet>
      <dgm:spPr/>
    </dgm:pt>
    <dgm:pt modelId="{44716B02-C487-46A2-9C07-4CEC2D976FB0}" type="pres">
      <dgm:prSet presAssocID="{5B4812EC-05CE-42F4-B3D1-D9B8CE415DA8}" presName="compNode" presStyleCnt="0"/>
      <dgm:spPr/>
    </dgm:pt>
    <dgm:pt modelId="{ACA2A2EB-E129-4FAB-9D1E-AD760A4B0EF8}" type="pres">
      <dgm:prSet presAssocID="{5B4812EC-05CE-42F4-B3D1-D9B8CE415DA8}"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se de datos"/>
        </a:ext>
      </dgm:extLst>
    </dgm:pt>
    <dgm:pt modelId="{A411091F-1524-45F3-AC6F-0E5566905A74}" type="pres">
      <dgm:prSet presAssocID="{5B4812EC-05CE-42F4-B3D1-D9B8CE415DA8}" presName="spaceRect" presStyleCnt="0"/>
      <dgm:spPr/>
    </dgm:pt>
    <dgm:pt modelId="{9E9159AD-BCBF-43BB-926E-0319F083EB4D}" type="pres">
      <dgm:prSet presAssocID="{5B4812EC-05CE-42F4-B3D1-D9B8CE415DA8}" presName="textRect" presStyleLbl="revTx" presStyleIdx="0" presStyleCnt="2">
        <dgm:presLayoutVars>
          <dgm:chMax val="1"/>
          <dgm:chPref val="1"/>
        </dgm:presLayoutVars>
      </dgm:prSet>
      <dgm:spPr/>
    </dgm:pt>
    <dgm:pt modelId="{82AEE215-D01E-4A96-9773-38F2A8C9B5F4}" type="pres">
      <dgm:prSet presAssocID="{0825D5AF-180D-4527-9D27-643252463A1F}" presName="sibTrans" presStyleCnt="0"/>
      <dgm:spPr/>
    </dgm:pt>
    <dgm:pt modelId="{0417B0ED-EBFB-4274-B17E-1C7E4598D568}" type="pres">
      <dgm:prSet presAssocID="{63600684-06F8-4643-AD99-92B5C1D80E53}" presName="compNode" presStyleCnt="0"/>
      <dgm:spPr/>
    </dgm:pt>
    <dgm:pt modelId="{C3B49DA2-AD5E-4B8B-9284-D4D1EEC3C2B8}" type="pres">
      <dgm:prSet presAssocID="{63600684-06F8-4643-AD99-92B5C1D80E53}"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rca de verificación"/>
        </a:ext>
      </dgm:extLst>
    </dgm:pt>
    <dgm:pt modelId="{DB3C0216-C46A-47AA-89ED-D05687077F0F}" type="pres">
      <dgm:prSet presAssocID="{63600684-06F8-4643-AD99-92B5C1D80E53}" presName="spaceRect" presStyleCnt="0"/>
      <dgm:spPr/>
    </dgm:pt>
    <dgm:pt modelId="{535563F8-364E-4DCE-861F-02ECA11CA740}" type="pres">
      <dgm:prSet presAssocID="{63600684-06F8-4643-AD99-92B5C1D80E53}" presName="textRect" presStyleLbl="revTx" presStyleIdx="1" presStyleCnt="2">
        <dgm:presLayoutVars>
          <dgm:chMax val="1"/>
          <dgm:chPref val="1"/>
        </dgm:presLayoutVars>
      </dgm:prSet>
      <dgm:spPr/>
    </dgm:pt>
  </dgm:ptLst>
  <dgm:cxnLst>
    <dgm:cxn modelId="{39F3EC0F-F349-4F0D-99A8-662EEB3D1DD5}" type="presOf" srcId="{5B4812EC-05CE-42F4-B3D1-D9B8CE415DA8}" destId="{9E9159AD-BCBF-43BB-926E-0319F083EB4D}" srcOrd="0" destOrd="0" presId="urn:microsoft.com/office/officeart/2018/2/layout/IconLabelList"/>
    <dgm:cxn modelId="{01E5453F-E373-42AF-876E-2F96043581D6}" type="presOf" srcId="{8274803C-2430-423B-B75B-3621F25A7F9F}" destId="{03D36505-EAFB-4D3E-9CA8-FE2B32607B77}" srcOrd="0" destOrd="0" presId="urn:microsoft.com/office/officeart/2018/2/layout/IconLabelList"/>
    <dgm:cxn modelId="{A3139F7F-083F-4437-85FF-B14BB240622B}" type="presOf" srcId="{63600684-06F8-4643-AD99-92B5C1D80E53}" destId="{535563F8-364E-4DCE-861F-02ECA11CA740}" srcOrd="0" destOrd="0" presId="urn:microsoft.com/office/officeart/2018/2/layout/IconLabelList"/>
    <dgm:cxn modelId="{38ABF1C0-D694-4354-9681-16EB6E0A53A9}" srcId="{8274803C-2430-423B-B75B-3621F25A7F9F}" destId="{63600684-06F8-4643-AD99-92B5C1D80E53}" srcOrd="1" destOrd="0" parTransId="{4ED8E05B-A890-4C5B-9B1A-F51E5631C939}" sibTransId="{6D303EEF-632D-40DF-AA1A-1421A81FBD3C}"/>
    <dgm:cxn modelId="{2D31E9F7-030D-4BEF-98E2-21956CE5922C}" srcId="{8274803C-2430-423B-B75B-3621F25A7F9F}" destId="{5B4812EC-05CE-42F4-B3D1-D9B8CE415DA8}" srcOrd="0" destOrd="0" parTransId="{FE255F07-3CB9-442E-9E58-34068CC89DA2}" sibTransId="{0825D5AF-180D-4527-9D27-643252463A1F}"/>
    <dgm:cxn modelId="{C3BEE2A4-BCB9-4668-937C-44563C3DE29E}" type="presParOf" srcId="{03D36505-EAFB-4D3E-9CA8-FE2B32607B77}" destId="{44716B02-C487-46A2-9C07-4CEC2D976FB0}" srcOrd="0" destOrd="0" presId="urn:microsoft.com/office/officeart/2018/2/layout/IconLabelList"/>
    <dgm:cxn modelId="{3F5B078B-4363-46EC-BAB6-C791C3EC6039}" type="presParOf" srcId="{44716B02-C487-46A2-9C07-4CEC2D976FB0}" destId="{ACA2A2EB-E129-4FAB-9D1E-AD760A4B0EF8}" srcOrd="0" destOrd="0" presId="urn:microsoft.com/office/officeart/2018/2/layout/IconLabelList"/>
    <dgm:cxn modelId="{21DDB886-6BC6-444A-97F3-17D67916ED08}" type="presParOf" srcId="{44716B02-C487-46A2-9C07-4CEC2D976FB0}" destId="{A411091F-1524-45F3-AC6F-0E5566905A74}" srcOrd="1" destOrd="0" presId="urn:microsoft.com/office/officeart/2018/2/layout/IconLabelList"/>
    <dgm:cxn modelId="{67790234-F03A-4D20-BB1B-A97D2D5332A9}" type="presParOf" srcId="{44716B02-C487-46A2-9C07-4CEC2D976FB0}" destId="{9E9159AD-BCBF-43BB-926E-0319F083EB4D}" srcOrd="2" destOrd="0" presId="urn:microsoft.com/office/officeart/2018/2/layout/IconLabelList"/>
    <dgm:cxn modelId="{9933E098-B9ED-498A-BD88-D6A969B4A835}" type="presParOf" srcId="{03D36505-EAFB-4D3E-9CA8-FE2B32607B77}" destId="{82AEE215-D01E-4A96-9773-38F2A8C9B5F4}" srcOrd="1" destOrd="0" presId="urn:microsoft.com/office/officeart/2018/2/layout/IconLabelList"/>
    <dgm:cxn modelId="{BC56C774-CAD3-425A-950E-F25B3E2B9F84}" type="presParOf" srcId="{03D36505-EAFB-4D3E-9CA8-FE2B32607B77}" destId="{0417B0ED-EBFB-4274-B17E-1C7E4598D568}" srcOrd="2" destOrd="0" presId="urn:microsoft.com/office/officeart/2018/2/layout/IconLabelList"/>
    <dgm:cxn modelId="{F04243AE-B4F3-4574-B18F-139FC5B91D1E}" type="presParOf" srcId="{0417B0ED-EBFB-4274-B17E-1C7E4598D568}" destId="{C3B49DA2-AD5E-4B8B-9284-D4D1EEC3C2B8}" srcOrd="0" destOrd="0" presId="urn:microsoft.com/office/officeart/2018/2/layout/IconLabelList"/>
    <dgm:cxn modelId="{8E0DE359-FFB5-416F-A5E9-7014EA39C740}" type="presParOf" srcId="{0417B0ED-EBFB-4274-B17E-1C7E4598D568}" destId="{DB3C0216-C46A-47AA-89ED-D05687077F0F}" srcOrd="1" destOrd="0" presId="urn:microsoft.com/office/officeart/2018/2/layout/IconLabelList"/>
    <dgm:cxn modelId="{9901570D-8A35-488C-8941-57E38630CCB6}" type="presParOf" srcId="{0417B0ED-EBFB-4274-B17E-1C7E4598D568}" destId="{535563F8-364E-4DCE-861F-02ECA11CA74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EDC4228-CB75-44E6-A085-70CA7CD02081}"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8DA1B667-DA3A-45FE-A530-A02E89E61FE2}">
      <dgm:prSet/>
      <dgm:spPr/>
      <dgm:t>
        <a:bodyPr/>
        <a:lstStyle/>
        <a:p>
          <a:pPr>
            <a:lnSpc>
              <a:spcPct val="100000"/>
            </a:lnSpc>
          </a:pPr>
          <a:r>
            <a:rPr lang="es-ES"/>
            <a:t>Divide los vectores en </a:t>
          </a:r>
          <a:r>
            <a:rPr lang="es-ES" b="1"/>
            <a:t>listas (clusters)</a:t>
          </a:r>
          <a:r>
            <a:rPr lang="es-ES"/>
            <a:t> mediante k-means y busca solo en las más cercanas al query.</a:t>
          </a:r>
          <a:endParaRPr lang="en-US"/>
        </a:p>
      </dgm:t>
    </dgm:pt>
    <dgm:pt modelId="{9768E5CB-F098-4D6D-AB94-F43882F879A9}" type="parTrans" cxnId="{BC871EBF-F928-4AC6-B284-FE1C0ED1CD06}">
      <dgm:prSet/>
      <dgm:spPr/>
      <dgm:t>
        <a:bodyPr/>
        <a:lstStyle/>
        <a:p>
          <a:endParaRPr lang="en-US"/>
        </a:p>
      </dgm:t>
    </dgm:pt>
    <dgm:pt modelId="{85B5C026-3AC8-47C8-8C82-36955DBF385E}" type="sibTrans" cxnId="{BC871EBF-F928-4AC6-B284-FE1C0ED1CD06}">
      <dgm:prSet/>
      <dgm:spPr/>
      <dgm:t>
        <a:bodyPr/>
        <a:lstStyle/>
        <a:p>
          <a:endParaRPr lang="en-US"/>
        </a:p>
      </dgm:t>
    </dgm:pt>
    <dgm:pt modelId="{90E2D15D-972B-4219-9BE7-F9F8C13751BB}">
      <dgm:prSet/>
      <dgm:spPr/>
      <dgm:t>
        <a:bodyPr/>
        <a:lstStyle/>
        <a:p>
          <a:pPr algn="ctr">
            <a:lnSpc>
              <a:spcPct val="100000"/>
            </a:lnSpc>
          </a:pPr>
          <a:r>
            <a:rPr lang="es-ES" b="1" dirty="0"/>
            <a:t>Parámetros clave</a:t>
          </a:r>
        </a:p>
        <a:p>
          <a:pPr algn="l">
            <a:lnSpc>
              <a:spcPct val="100000"/>
            </a:lnSpc>
          </a:pPr>
          <a:r>
            <a:rPr lang="es-ES" dirty="0"/>
            <a:t>- </a:t>
          </a:r>
          <a:r>
            <a:rPr lang="es-ES" b="1" dirty="0" err="1"/>
            <a:t>lists</a:t>
          </a:r>
          <a:r>
            <a:rPr lang="es-ES" dirty="0"/>
            <a:t> = número de </a:t>
          </a:r>
          <a:r>
            <a:rPr lang="es-ES" dirty="0" err="1"/>
            <a:t>clusters</a:t>
          </a:r>
          <a:r>
            <a:rPr lang="es-ES" dirty="0"/>
            <a:t> (recomendado: </a:t>
          </a:r>
          <a:r>
            <a:rPr lang="es-ES" dirty="0" err="1"/>
            <a:t>rows</a:t>
          </a:r>
          <a:r>
            <a:rPr lang="es-ES" dirty="0"/>
            <a:t> / 1000 para hasta 1M filas). </a:t>
          </a:r>
        </a:p>
        <a:p>
          <a:pPr algn="l">
            <a:lnSpc>
              <a:spcPct val="100000"/>
            </a:lnSpc>
          </a:pPr>
          <a:r>
            <a:rPr lang="es-ES" dirty="0"/>
            <a:t>- </a:t>
          </a:r>
          <a:r>
            <a:rPr lang="es-ES" b="1" dirty="0" err="1"/>
            <a:t>ivfflat.probes</a:t>
          </a:r>
          <a:r>
            <a:rPr lang="es-ES" b="1" dirty="0"/>
            <a:t> </a:t>
          </a:r>
          <a:r>
            <a:rPr lang="es-ES" dirty="0"/>
            <a:t>= listas a explorar en la búsqueda (más = más preciso, más lento)</a:t>
          </a:r>
          <a:endParaRPr lang="en-US" dirty="0"/>
        </a:p>
      </dgm:t>
    </dgm:pt>
    <dgm:pt modelId="{EDCA4373-80CA-4568-9A47-3069AFC030EC}" type="parTrans" cxnId="{F1AB58D8-950C-4085-BF10-7F17F080AB81}">
      <dgm:prSet/>
      <dgm:spPr/>
      <dgm:t>
        <a:bodyPr/>
        <a:lstStyle/>
        <a:p>
          <a:endParaRPr lang="en-US"/>
        </a:p>
      </dgm:t>
    </dgm:pt>
    <dgm:pt modelId="{A746CCA3-4750-4DD5-8E90-AAFFF6AC7D9E}" type="sibTrans" cxnId="{F1AB58D8-950C-4085-BF10-7F17F080AB81}">
      <dgm:prSet/>
      <dgm:spPr/>
      <dgm:t>
        <a:bodyPr/>
        <a:lstStyle/>
        <a:p>
          <a:endParaRPr lang="en-US"/>
        </a:p>
      </dgm:t>
    </dgm:pt>
    <dgm:pt modelId="{5C899CB2-A138-44D3-8909-B3465853C245}">
      <dgm:prSet/>
      <dgm:spPr/>
      <dgm:t>
        <a:bodyPr/>
        <a:lstStyle/>
        <a:p>
          <a:pPr algn="ctr">
            <a:lnSpc>
              <a:spcPct val="100000"/>
            </a:lnSpc>
          </a:pPr>
          <a:r>
            <a:rPr lang="es-ES" b="1" dirty="0"/>
            <a:t>Características</a:t>
          </a:r>
        </a:p>
        <a:p>
          <a:pPr algn="l">
            <a:lnSpc>
              <a:spcPct val="100000"/>
            </a:lnSpc>
          </a:pPr>
          <a:r>
            <a:rPr lang="es-ES" b="1" dirty="0"/>
            <a:t>- R</a:t>
          </a:r>
          <a:r>
            <a:rPr lang="es-ES" dirty="0"/>
            <a:t>ápido de construir </a:t>
          </a:r>
        </a:p>
        <a:p>
          <a:pPr algn="l">
            <a:lnSpc>
              <a:spcPct val="100000"/>
            </a:lnSpc>
          </a:pPr>
          <a:r>
            <a:rPr lang="es-ES" dirty="0"/>
            <a:t>- Requiere datos cargados antes de crear el índice para buenos </a:t>
          </a:r>
          <a:r>
            <a:rPr lang="es-ES" dirty="0" err="1"/>
            <a:t>clusters</a:t>
          </a:r>
          <a:endParaRPr lang="es-ES" dirty="0"/>
        </a:p>
        <a:p>
          <a:pPr algn="l">
            <a:lnSpc>
              <a:spcPct val="100000"/>
            </a:lnSpc>
          </a:pPr>
          <a:r>
            <a:rPr lang="es-ES" dirty="0"/>
            <a:t>-  Búsqueda aproximada (ANN)</a:t>
          </a:r>
          <a:endParaRPr lang="en-US" dirty="0"/>
        </a:p>
      </dgm:t>
    </dgm:pt>
    <dgm:pt modelId="{49A2604A-D097-4F27-A500-6B1512ED5973}" type="parTrans" cxnId="{F4966F02-67F0-4529-AC80-ECA9C22F061D}">
      <dgm:prSet/>
      <dgm:spPr/>
      <dgm:t>
        <a:bodyPr/>
        <a:lstStyle/>
        <a:p>
          <a:endParaRPr lang="en-US"/>
        </a:p>
      </dgm:t>
    </dgm:pt>
    <dgm:pt modelId="{9F343008-2D71-40A1-B915-EDFBCF58BEC3}" type="sibTrans" cxnId="{F4966F02-67F0-4529-AC80-ECA9C22F061D}">
      <dgm:prSet/>
      <dgm:spPr/>
      <dgm:t>
        <a:bodyPr/>
        <a:lstStyle/>
        <a:p>
          <a:endParaRPr lang="en-US"/>
        </a:p>
      </dgm:t>
    </dgm:pt>
    <dgm:pt modelId="{F79348B6-69DF-4044-AB86-40C5CF2BFE81}" type="pres">
      <dgm:prSet presAssocID="{5EDC4228-CB75-44E6-A085-70CA7CD02081}" presName="root" presStyleCnt="0">
        <dgm:presLayoutVars>
          <dgm:dir/>
          <dgm:resizeHandles val="exact"/>
        </dgm:presLayoutVars>
      </dgm:prSet>
      <dgm:spPr/>
    </dgm:pt>
    <dgm:pt modelId="{61233916-E5F7-43E2-9922-639FA716C612}" type="pres">
      <dgm:prSet presAssocID="{8DA1B667-DA3A-45FE-A530-A02E89E61FE2}" presName="compNode" presStyleCnt="0"/>
      <dgm:spPr/>
    </dgm:pt>
    <dgm:pt modelId="{8D3489CA-0985-48B4-BCED-80AAA3C25E27}" type="pres">
      <dgm:prSet presAssocID="{8DA1B667-DA3A-45FE-A530-A02E89E61FE2}"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iagrama de flujo"/>
        </a:ext>
      </dgm:extLst>
    </dgm:pt>
    <dgm:pt modelId="{48468C1D-B3DF-4690-B0AB-06477F281D2F}" type="pres">
      <dgm:prSet presAssocID="{8DA1B667-DA3A-45FE-A530-A02E89E61FE2}" presName="spaceRect" presStyleCnt="0"/>
      <dgm:spPr/>
    </dgm:pt>
    <dgm:pt modelId="{CE0E356A-7E82-41B9-A613-7308D2D68E2D}" type="pres">
      <dgm:prSet presAssocID="{8DA1B667-DA3A-45FE-A530-A02E89E61FE2}" presName="textRect" presStyleLbl="revTx" presStyleIdx="0" presStyleCnt="3">
        <dgm:presLayoutVars>
          <dgm:chMax val="1"/>
          <dgm:chPref val="1"/>
        </dgm:presLayoutVars>
      </dgm:prSet>
      <dgm:spPr/>
    </dgm:pt>
    <dgm:pt modelId="{1D467858-5BB0-4C6B-BFE5-FB6BA0714DCC}" type="pres">
      <dgm:prSet presAssocID="{85B5C026-3AC8-47C8-8C82-36955DBF385E}" presName="sibTrans" presStyleCnt="0"/>
      <dgm:spPr/>
    </dgm:pt>
    <dgm:pt modelId="{3100EB8D-A4D9-48E7-A13C-39BF512B8F84}" type="pres">
      <dgm:prSet presAssocID="{90E2D15D-972B-4219-9BE7-F9F8C13751BB}" presName="compNode" presStyleCnt="0"/>
      <dgm:spPr/>
    </dgm:pt>
    <dgm:pt modelId="{0DB8CA24-3E81-4FBE-B4B6-6E65DD0C96EA}" type="pres">
      <dgm:prSet presAssocID="{90E2D15D-972B-4219-9BE7-F9F8C13751B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ve"/>
        </a:ext>
      </dgm:extLst>
    </dgm:pt>
    <dgm:pt modelId="{8581EBF5-8AB3-43CC-B976-74E6EE9A0DBE}" type="pres">
      <dgm:prSet presAssocID="{90E2D15D-972B-4219-9BE7-F9F8C13751BB}" presName="spaceRect" presStyleCnt="0"/>
      <dgm:spPr/>
    </dgm:pt>
    <dgm:pt modelId="{7F13D04B-E175-456E-BEA7-007B3E370E2A}" type="pres">
      <dgm:prSet presAssocID="{90E2D15D-972B-4219-9BE7-F9F8C13751BB}" presName="textRect" presStyleLbl="revTx" presStyleIdx="1" presStyleCnt="3">
        <dgm:presLayoutVars>
          <dgm:chMax val="1"/>
          <dgm:chPref val="1"/>
        </dgm:presLayoutVars>
      </dgm:prSet>
      <dgm:spPr/>
    </dgm:pt>
    <dgm:pt modelId="{6528DF50-A900-4AFF-AF50-4240B4387ABD}" type="pres">
      <dgm:prSet presAssocID="{A746CCA3-4750-4DD5-8E90-AAFFF6AC7D9E}" presName="sibTrans" presStyleCnt="0"/>
      <dgm:spPr/>
    </dgm:pt>
    <dgm:pt modelId="{E1C17F38-29C7-48D8-B993-51D789D91464}" type="pres">
      <dgm:prSet presAssocID="{5C899CB2-A138-44D3-8909-B3465853C245}" presName="compNode" presStyleCnt="0"/>
      <dgm:spPr/>
    </dgm:pt>
    <dgm:pt modelId="{739EAE50-8579-4550-9324-95989CFE7D00}" type="pres">
      <dgm:prSet presAssocID="{5C899CB2-A138-44D3-8909-B3465853C24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se de datos"/>
        </a:ext>
      </dgm:extLst>
    </dgm:pt>
    <dgm:pt modelId="{790CD1EA-34E1-4644-A4FF-7C49BB6D8BE5}" type="pres">
      <dgm:prSet presAssocID="{5C899CB2-A138-44D3-8909-B3465853C245}" presName="spaceRect" presStyleCnt="0"/>
      <dgm:spPr/>
    </dgm:pt>
    <dgm:pt modelId="{02276F76-7274-4072-A372-D1D9E55FF1A6}" type="pres">
      <dgm:prSet presAssocID="{5C899CB2-A138-44D3-8909-B3465853C245}" presName="textRect" presStyleLbl="revTx" presStyleIdx="2" presStyleCnt="3">
        <dgm:presLayoutVars>
          <dgm:chMax val="1"/>
          <dgm:chPref val="1"/>
        </dgm:presLayoutVars>
      </dgm:prSet>
      <dgm:spPr/>
    </dgm:pt>
  </dgm:ptLst>
  <dgm:cxnLst>
    <dgm:cxn modelId="{F4966F02-67F0-4529-AC80-ECA9C22F061D}" srcId="{5EDC4228-CB75-44E6-A085-70CA7CD02081}" destId="{5C899CB2-A138-44D3-8909-B3465853C245}" srcOrd="2" destOrd="0" parTransId="{49A2604A-D097-4F27-A500-6B1512ED5973}" sibTransId="{9F343008-2D71-40A1-B915-EDFBCF58BEC3}"/>
    <dgm:cxn modelId="{2409290F-BDF2-4C08-8650-85BBA61C3044}" type="presOf" srcId="{5C899CB2-A138-44D3-8909-B3465853C245}" destId="{02276F76-7274-4072-A372-D1D9E55FF1A6}" srcOrd="0" destOrd="0" presId="urn:microsoft.com/office/officeart/2018/2/layout/IconLabelList"/>
    <dgm:cxn modelId="{0B47652C-0412-4F63-9B18-CD0F62E95A26}" type="presOf" srcId="{90E2D15D-972B-4219-9BE7-F9F8C13751BB}" destId="{7F13D04B-E175-456E-BEA7-007B3E370E2A}" srcOrd="0" destOrd="0" presId="urn:microsoft.com/office/officeart/2018/2/layout/IconLabelList"/>
    <dgm:cxn modelId="{1A7F4A86-F5B1-496C-A825-F30540D758C8}" type="presOf" srcId="{5EDC4228-CB75-44E6-A085-70CA7CD02081}" destId="{F79348B6-69DF-4044-AB86-40C5CF2BFE81}" srcOrd="0" destOrd="0" presId="urn:microsoft.com/office/officeart/2018/2/layout/IconLabelList"/>
    <dgm:cxn modelId="{BC871EBF-F928-4AC6-B284-FE1C0ED1CD06}" srcId="{5EDC4228-CB75-44E6-A085-70CA7CD02081}" destId="{8DA1B667-DA3A-45FE-A530-A02E89E61FE2}" srcOrd="0" destOrd="0" parTransId="{9768E5CB-F098-4D6D-AB94-F43882F879A9}" sibTransId="{85B5C026-3AC8-47C8-8C82-36955DBF385E}"/>
    <dgm:cxn modelId="{F1AB58D8-950C-4085-BF10-7F17F080AB81}" srcId="{5EDC4228-CB75-44E6-A085-70CA7CD02081}" destId="{90E2D15D-972B-4219-9BE7-F9F8C13751BB}" srcOrd="1" destOrd="0" parTransId="{EDCA4373-80CA-4568-9A47-3069AFC030EC}" sibTransId="{A746CCA3-4750-4DD5-8E90-AAFFF6AC7D9E}"/>
    <dgm:cxn modelId="{8368E8F2-07F2-477D-8065-E5D7493D155C}" type="presOf" srcId="{8DA1B667-DA3A-45FE-A530-A02E89E61FE2}" destId="{CE0E356A-7E82-41B9-A613-7308D2D68E2D}" srcOrd="0" destOrd="0" presId="urn:microsoft.com/office/officeart/2018/2/layout/IconLabelList"/>
    <dgm:cxn modelId="{A46B06EA-A4D0-403F-B65B-27010D87F640}" type="presParOf" srcId="{F79348B6-69DF-4044-AB86-40C5CF2BFE81}" destId="{61233916-E5F7-43E2-9922-639FA716C612}" srcOrd="0" destOrd="0" presId="urn:microsoft.com/office/officeart/2018/2/layout/IconLabelList"/>
    <dgm:cxn modelId="{1BFA80DE-83C6-4A04-84D3-C05591EDE747}" type="presParOf" srcId="{61233916-E5F7-43E2-9922-639FA716C612}" destId="{8D3489CA-0985-48B4-BCED-80AAA3C25E27}" srcOrd="0" destOrd="0" presId="urn:microsoft.com/office/officeart/2018/2/layout/IconLabelList"/>
    <dgm:cxn modelId="{EFB87EA7-C0E5-43C9-A196-F9E75418FBC0}" type="presParOf" srcId="{61233916-E5F7-43E2-9922-639FA716C612}" destId="{48468C1D-B3DF-4690-B0AB-06477F281D2F}" srcOrd="1" destOrd="0" presId="urn:microsoft.com/office/officeart/2018/2/layout/IconLabelList"/>
    <dgm:cxn modelId="{7F7907C7-EF74-4C9E-866F-F49F0EA6CEC4}" type="presParOf" srcId="{61233916-E5F7-43E2-9922-639FA716C612}" destId="{CE0E356A-7E82-41B9-A613-7308D2D68E2D}" srcOrd="2" destOrd="0" presId="urn:microsoft.com/office/officeart/2018/2/layout/IconLabelList"/>
    <dgm:cxn modelId="{34031A64-5F50-4E1A-83CA-F13333CF399E}" type="presParOf" srcId="{F79348B6-69DF-4044-AB86-40C5CF2BFE81}" destId="{1D467858-5BB0-4C6B-BFE5-FB6BA0714DCC}" srcOrd="1" destOrd="0" presId="urn:microsoft.com/office/officeart/2018/2/layout/IconLabelList"/>
    <dgm:cxn modelId="{A29981FC-D3EB-43DB-9C2E-B860AFED484A}" type="presParOf" srcId="{F79348B6-69DF-4044-AB86-40C5CF2BFE81}" destId="{3100EB8D-A4D9-48E7-A13C-39BF512B8F84}" srcOrd="2" destOrd="0" presId="urn:microsoft.com/office/officeart/2018/2/layout/IconLabelList"/>
    <dgm:cxn modelId="{EFDC4B2E-A0A8-4170-8A88-C6808E9F896F}" type="presParOf" srcId="{3100EB8D-A4D9-48E7-A13C-39BF512B8F84}" destId="{0DB8CA24-3E81-4FBE-B4B6-6E65DD0C96EA}" srcOrd="0" destOrd="0" presId="urn:microsoft.com/office/officeart/2018/2/layout/IconLabelList"/>
    <dgm:cxn modelId="{B0909855-6719-4027-9916-62478D3AF027}" type="presParOf" srcId="{3100EB8D-A4D9-48E7-A13C-39BF512B8F84}" destId="{8581EBF5-8AB3-43CC-B976-74E6EE9A0DBE}" srcOrd="1" destOrd="0" presId="urn:microsoft.com/office/officeart/2018/2/layout/IconLabelList"/>
    <dgm:cxn modelId="{CA544F3E-7547-49EA-BB9A-05D74D88F171}" type="presParOf" srcId="{3100EB8D-A4D9-48E7-A13C-39BF512B8F84}" destId="{7F13D04B-E175-456E-BEA7-007B3E370E2A}" srcOrd="2" destOrd="0" presId="urn:microsoft.com/office/officeart/2018/2/layout/IconLabelList"/>
    <dgm:cxn modelId="{DF85F6FE-002A-41C9-A9BD-ED12D19E9A8E}" type="presParOf" srcId="{F79348B6-69DF-4044-AB86-40C5CF2BFE81}" destId="{6528DF50-A900-4AFF-AF50-4240B4387ABD}" srcOrd="3" destOrd="0" presId="urn:microsoft.com/office/officeart/2018/2/layout/IconLabelList"/>
    <dgm:cxn modelId="{E827AF81-18FC-4FB6-B36F-EB268D63A52C}" type="presParOf" srcId="{F79348B6-69DF-4044-AB86-40C5CF2BFE81}" destId="{E1C17F38-29C7-48D8-B993-51D789D91464}" srcOrd="4" destOrd="0" presId="urn:microsoft.com/office/officeart/2018/2/layout/IconLabelList"/>
    <dgm:cxn modelId="{7A55038A-82CA-4507-A551-4DBC8F6747FE}" type="presParOf" srcId="{E1C17F38-29C7-48D8-B993-51D789D91464}" destId="{739EAE50-8579-4550-9324-95989CFE7D00}" srcOrd="0" destOrd="0" presId="urn:microsoft.com/office/officeart/2018/2/layout/IconLabelList"/>
    <dgm:cxn modelId="{189792F3-C093-482C-BBC8-C31FB669E68D}" type="presParOf" srcId="{E1C17F38-29C7-48D8-B993-51D789D91464}" destId="{790CD1EA-34E1-4644-A4FF-7C49BB6D8BE5}" srcOrd="1" destOrd="0" presId="urn:microsoft.com/office/officeart/2018/2/layout/IconLabelList"/>
    <dgm:cxn modelId="{2778DD69-868B-457F-88FA-8B514C15D181}" type="presParOf" srcId="{E1C17F38-29C7-48D8-B993-51D789D91464}" destId="{02276F76-7274-4072-A372-D1D9E55FF1A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3A58C56-3274-45FE-9922-F00CACFA32E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F67B942-8597-4CCE-9EB7-DB1B7099A265}">
      <dgm:prSet/>
      <dgm:spPr/>
      <dgm:t>
        <a:bodyPr/>
        <a:lstStyle/>
        <a:p>
          <a:pPr>
            <a:lnSpc>
              <a:spcPct val="100000"/>
            </a:lnSpc>
          </a:pPr>
          <a:r>
            <a:rPr lang="es-ES"/>
            <a:t>Construye un </a:t>
          </a:r>
          <a:r>
            <a:rPr lang="es-ES" b="1"/>
            <a:t>grafo multicapa</a:t>
          </a:r>
          <a:r>
            <a:rPr lang="es-ES"/>
            <a:t> de proximidad para navegar eficientemente hacia los vecinos más cercanos</a:t>
          </a:r>
          <a:endParaRPr lang="en-US"/>
        </a:p>
      </dgm:t>
    </dgm:pt>
    <dgm:pt modelId="{18B217AB-754F-482B-B622-C093EC3E683F}" type="parTrans" cxnId="{0AD8FF39-B258-419B-9A5A-CA34737FA26C}">
      <dgm:prSet/>
      <dgm:spPr/>
      <dgm:t>
        <a:bodyPr/>
        <a:lstStyle/>
        <a:p>
          <a:endParaRPr lang="en-US"/>
        </a:p>
      </dgm:t>
    </dgm:pt>
    <dgm:pt modelId="{F6AA203E-97E8-42D9-B5A5-D9E877733D06}" type="sibTrans" cxnId="{0AD8FF39-B258-419B-9A5A-CA34737FA26C}">
      <dgm:prSet/>
      <dgm:spPr/>
      <dgm:t>
        <a:bodyPr/>
        <a:lstStyle/>
        <a:p>
          <a:endParaRPr lang="en-US"/>
        </a:p>
      </dgm:t>
    </dgm:pt>
    <dgm:pt modelId="{A819159F-61ED-4B01-BC28-148B26604D0F}">
      <dgm:prSet/>
      <dgm:spPr/>
      <dgm:t>
        <a:bodyPr/>
        <a:lstStyle/>
        <a:p>
          <a:pPr algn="ctr">
            <a:lnSpc>
              <a:spcPct val="100000"/>
            </a:lnSpc>
          </a:pPr>
          <a:r>
            <a:rPr lang="es-ES" b="1" dirty="0"/>
            <a:t>Parámetros clave</a:t>
          </a:r>
        </a:p>
        <a:p>
          <a:pPr algn="l">
            <a:lnSpc>
              <a:spcPct val="100000"/>
            </a:lnSpc>
          </a:pPr>
          <a:br>
            <a:rPr lang="es-ES" b="1" dirty="0"/>
          </a:br>
          <a:r>
            <a:rPr lang="es-ES" b="1" dirty="0"/>
            <a:t>- m </a:t>
          </a:r>
          <a:r>
            <a:rPr lang="es-ES" dirty="0"/>
            <a:t>= número máximo de conexiones por nodo (más = mayor </a:t>
          </a:r>
          <a:r>
            <a:rPr lang="es-ES" dirty="0" err="1"/>
            <a:t>recall</a:t>
          </a:r>
          <a:r>
            <a:rPr lang="es-ES" dirty="0"/>
            <a:t>, más memoria)</a:t>
          </a:r>
          <a:br>
            <a:rPr lang="es-ES" dirty="0"/>
          </a:br>
          <a:r>
            <a:rPr lang="es-ES" dirty="0"/>
            <a:t>- </a:t>
          </a:r>
          <a:r>
            <a:rPr lang="es-ES" b="1" dirty="0" err="1"/>
            <a:t>ef_construction</a:t>
          </a:r>
          <a:r>
            <a:rPr lang="es-ES" b="1" dirty="0"/>
            <a:t> </a:t>
          </a:r>
          <a:r>
            <a:rPr lang="es-ES" dirty="0"/>
            <a:t>= tamaño del conjunto de candidatos durante construcción (más = mejor calidad)</a:t>
          </a:r>
          <a:br>
            <a:rPr lang="es-ES" dirty="0"/>
          </a:br>
          <a:r>
            <a:rPr lang="es-ES" dirty="0"/>
            <a:t>- </a:t>
          </a:r>
          <a:r>
            <a:rPr lang="es-ES" b="1" dirty="0" err="1"/>
            <a:t>hnsw.ef_search</a:t>
          </a:r>
          <a:r>
            <a:rPr lang="es-ES" b="1" dirty="0"/>
            <a:t> </a:t>
          </a:r>
          <a:r>
            <a:rPr lang="es-ES" dirty="0"/>
            <a:t>= candidatos explorados en búsqueda (más = más preciso)</a:t>
          </a:r>
          <a:endParaRPr lang="en-US" dirty="0"/>
        </a:p>
      </dgm:t>
    </dgm:pt>
    <dgm:pt modelId="{A80DA943-D359-44A9-93A7-586250B7D8CD}" type="parTrans" cxnId="{F0620234-429C-4E8C-91F1-03292C786CEA}">
      <dgm:prSet/>
      <dgm:spPr/>
      <dgm:t>
        <a:bodyPr/>
        <a:lstStyle/>
        <a:p>
          <a:endParaRPr lang="en-US"/>
        </a:p>
      </dgm:t>
    </dgm:pt>
    <dgm:pt modelId="{30DD6D73-A020-474A-B99D-0B7E79C3B64C}" type="sibTrans" cxnId="{F0620234-429C-4E8C-91F1-03292C786CEA}">
      <dgm:prSet/>
      <dgm:spPr/>
      <dgm:t>
        <a:bodyPr/>
        <a:lstStyle/>
        <a:p>
          <a:endParaRPr lang="en-US"/>
        </a:p>
      </dgm:t>
    </dgm:pt>
    <dgm:pt modelId="{0D471F27-DBDE-4C6B-A058-100EFCE51FF2}">
      <dgm:prSet/>
      <dgm:spPr/>
      <dgm:t>
        <a:bodyPr/>
        <a:lstStyle/>
        <a:p>
          <a:pPr algn="ctr">
            <a:lnSpc>
              <a:spcPct val="100000"/>
            </a:lnSpc>
          </a:pPr>
          <a:r>
            <a:rPr lang="es-ES" b="1" dirty="0"/>
            <a:t>Características</a:t>
          </a:r>
        </a:p>
        <a:p>
          <a:pPr algn="l">
            <a:lnSpc>
              <a:spcPct val="100000"/>
            </a:lnSpc>
          </a:pPr>
          <a:br>
            <a:rPr lang="es-ES" b="1" dirty="0"/>
          </a:br>
          <a:r>
            <a:rPr lang="es-ES" b="1" dirty="0"/>
            <a:t>- </a:t>
          </a:r>
          <a:r>
            <a:rPr lang="es-ES" dirty="0"/>
            <a:t>Mayor </a:t>
          </a:r>
          <a:r>
            <a:rPr lang="es-ES" dirty="0" err="1"/>
            <a:t>recall</a:t>
          </a:r>
          <a:r>
            <a:rPr lang="es-ES" dirty="0"/>
            <a:t> que </a:t>
          </a:r>
          <a:r>
            <a:rPr lang="es-ES" dirty="0" err="1"/>
            <a:t>IVFFlat</a:t>
          </a:r>
          <a:br>
            <a:rPr lang="es-ES" dirty="0"/>
          </a:br>
          <a:r>
            <a:rPr lang="es-ES" dirty="0"/>
            <a:t>- Más lento de construir y consume más memoria</a:t>
          </a:r>
        </a:p>
        <a:p>
          <a:pPr algn="l">
            <a:lnSpc>
              <a:spcPct val="100000"/>
            </a:lnSpc>
          </a:pPr>
          <a:r>
            <a:rPr lang="es-ES" dirty="0"/>
            <a:t>- Se puede insertar sin reconstruir el índice</a:t>
          </a:r>
        </a:p>
        <a:p>
          <a:pPr algn="l">
            <a:lnSpc>
              <a:spcPct val="100000"/>
            </a:lnSpc>
          </a:pPr>
          <a:r>
            <a:rPr lang="es-ES" b="1" dirty="0"/>
            <a:t>- Recomendado para producción</a:t>
          </a:r>
          <a:endParaRPr lang="en-US" dirty="0"/>
        </a:p>
      </dgm:t>
    </dgm:pt>
    <dgm:pt modelId="{C0D29711-0B5F-492B-8700-96FA57E7DA1B}" type="parTrans" cxnId="{E77B84DA-5787-4E87-A3CE-62D7B5992DFF}">
      <dgm:prSet/>
      <dgm:spPr/>
      <dgm:t>
        <a:bodyPr/>
        <a:lstStyle/>
        <a:p>
          <a:endParaRPr lang="en-US"/>
        </a:p>
      </dgm:t>
    </dgm:pt>
    <dgm:pt modelId="{1820538E-B077-4F33-9A4E-DF659AD66E3B}" type="sibTrans" cxnId="{E77B84DA-5787-4E87-A3CE-62D7B5992DFF}">
      <dgm:prSet/>
      <dgm:spPr/>
      <dgm:t>
        <a:bodyPr/>
        <a:lstStyle/>
        <a:p>
          <a:endParaRPr lang="en-US"/>
        </a:p>
      </dgm:t>
    </dgm:pt>
    <dgm:pt modelId="{7A6206A3-DCDF-41F4-818F-D5DFFDA3A33B}" type="pres">
      <dgm:prSet presAssocID="{C3A58C56-3274-45FE-9922-F00CACFA32E7}" presName="root" presStyleCnt="0">
        <dgm:presLayoutVars>
          <dgm:dir/>
          <dgm:resizeHandles val="exact"/>
        </dgm:presLayoutVars>
      </dgm:prSet>
      <dgm:spPr/>
    </dgm:pt>
    <dgm:pt modelId="{FF76647A-6D9B-4203-816C-14CDC707EB79}" type="pres">
      <dgm:prSet presAssocID="{CF67B942-8597-4CCE-9EB7-DB1B7099A265}" presName="compNode" presStyleCnt="0"/>
      <dgm:spPr/>
    </dgm:pt>
    <dgm:pt modelId="{4F81C04E-2270-4A7B-B3CA-0D7633CFA1F9}" type="pres">
      <dgm:prSet presAssocID="{CF67B942-8597-4CCE-9EB7-DB1B7099A26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ighthouse scene"/>
        </a:ext>
      </dgm:extLst>
    </dgm:pt>
    <dgm:pt modelId="{8EB18A1B-1213-4252-9E8C-4C132F995F11}" type="pres">
      <dgm:prSet presAssocID="{CF67B942-8597-4CCE-9EB7-DB1B7099A265}" presName="spaceRect" presStyleCnt="0"/>
      <dgm:spPr/>
    </dgm:pt>
    <dgm:pt modelId="{F437E5B7-EC52-45E4-9D3D-DF312A04411C}" type="pres">
      <dgm:prSet presAssocID="{CF67B942-8597-4CCE-9EB7-DB1B7099A265}" presName="textRect" presStyleLbl="revTx" presStyleIdx="0" presStyleCnt="3">
        <dgm:presLayoutVars>
          <dgm:chMax val="1"/>
          <dgm:chPref val="1"/>
        </dgm:presLayoutVars>
      </dgm:prSet>
      <dgm:spPr/>
    </dgm:pt>
    <dgm:pt modelId="{F4920040-1DA3-4655-BB97-E352A489357D}" type="pres">
      <dgm:prSet presAssocID="{F6AA203E-97E8-42D9-B5A5-D9E877733D06}" presName="sibTrans" presStyleCnt="0"/>
      <dgm:spPr/>
    </dgm:pt>
    <dgm:pt modelId="{E4D0D7ED-6A9F-46AF-822C-CBDC41C8632F}" type="pres">
      <dgm:prSet presAssocID="{A819159F-61ED-4B01-BC28-148B26604D0F}" presName="compNode" presStyleCnt="0"/>
      <dgm:spPr/>
    </dgm:pt>
    <dgm:pt modelId="{688EB615-0395-48DB-8350-DF96B7618AF1}" type="pres">
      <dgm:prSet presAssocID="{A819159F-61ED-4B01-BC28-148B26604D0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ve"/>
        </a:ext>
      </dgm:extLst>
    </dgm:pt>
    <dgm:pt modelId="{428225D1-7ECE-41E1-91A1-A655C032F096}" type="pres">
      <dgm:prSet presAssocID="{A819159F-61ED-4B01-BC28-148B26604D0F}" presName="spaceRect" presStyleCnt="0"/>
      <dgm:spPr/>
    </dgm:pt>
    <dgm:pt modelId="{A3118A46-E9D3-4A55-B03A-20B72B20BCEC}" type="pres">
      <dgm:prSet presAssocID="{A819159F-61ED-4B01-BC28-148B26604D0F}" presName="textRect" presStyleLbl="revTx" presStyleIdx="1" presStyleCnt="3">
        <dgm:presLayoutVars>
          <dgm:chMax val="1"/>
          <dgm:chPref val="1"/>
        </dgm:presLayoutVars>
      </dgm:prSet>
      <dgm:spPr/>
    </dgm:pt>
    <dgm:pt modelId="{9776BBE2-CDC0-4C72-A0CC-39C8119DB863}" type="pres">
      <dgm:prSet presAssocID="{30DD6D73-A020-474A-B99D-0B7E79C3B64C}" presName="sibTrans" presStyleCnt="0"/>
      <dgm:spPr/>
    </dgm:pt>
    <dgm:pt modelId="{8995BC70-6450-4A78-967F-A637B6FDB10D}" type="pres">
      <dgm:prSet presAssocID="{0D471F27-DBDE-4C6B-A058-100EFCE51FF2}" presName="compNode" presStyleCnt="0"/>
      <dgm:spPr/>
    </dgm:pt>
    <dgm:pt modelId="{844BCD91-6416-4361-A220-E962FAE0B3AD}" type="pres">
      <dgm:prSet presAssocID="{0D471F27-DBDE-4C6B-A058-100EFCE51FF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d with Gears"/>
        </a:ext>
      </dgm:extLst>
    </dgm:pt>
    <dgm:pt modelId="{CD5230E3-249B-4D56-AA90-B4116ED30E92}" type="pres">
      <dgm:prSet presAssocID="{0D471F27-DBDE-4C6B-A058-100EFCE51FF2}" presName="spaceRect" presStyleCnt="0"/>
      <dgm:spPr/>
    </dgm:pt>
    <dgm:pt modelId="{47C94A82-5CC2-42E3-B772-B5DDA54FB842}" type="pres">
      <dgm:prSet presAssocID="{0D471F27-DBDE-4C6B-A058-100EFCE51FF2}" presName="textRect" presStyleLbl="revTx" presStyleIdx="2" presStyleCnt="3">
        <dgm:presLayoutVars>
          <dgm:chMax val="1"/>
          <dgm:chPref val="1"/>
        </dgm:presLayoutVars>
      </dgm:prSet>
      <dgm:spPr/>
    </dgm:pt>
  </dgm:ptLst>
  <dgm:cxnLst>
    <dgm:cxn modelId="{1241C50F-04E2-49FB-9EA6-18A616090933}" type="presOf" srcId="{C3A58C56-3274-45FE-9922-F00CACFA32E7}" destId="{7A6206A3-DCDF-41F4-818F-D5DFFDA3A33B}" srcOrd="0" destOrd="0" presId="urn:microsoft.com/office/officeart/2018/2/layout/IconLabelList"/>
    <dgm:cxn modelId="{F0620234-429C-4E8C-91F1-03292C786CEA}" srcId="{C3A58C56-3274-45FE-9922-F00CACFA32E7}" destId="{A819159F-61ED-4B01-BC28-148B26604D0F}" srcOrd="1" destOrd="0" parTransId="{A80DA943-D359-44A9-93A7-586250B7D8CD}" sibTransId="{30DD6D73-A020-474A-B99D-0B7E79C3B64C}"/>
    <dgm:cxn modelId="{0AD8FF39-B258-419B-9A5A-CA34737FA26C}" srcId="{C3A58C56-3274-45FE-9922-F00CACFA32E7}" destId="{CF67B942-8597-4CCE-9EB7-DB1B7099A265}" srcOrd="0" destOrd="0" parTransId="{18B217AB-754F-482B-B622-C093EC3E683F}" sibTransId="{F6AA203E-97E8-42D9-B5A5-D9E877733D06}"/>
    <dgm:cxn modelId="{BBCEEA94-2589-44E7-8AC1-7184F9D12697}" type="presOf" srcId="{A819159F-61ED-4B01-BC28-148B26604D0F}" destId="{A3118A46-E9D3-4A55-B03A-20B72B20BCEC}" srcOrd="0" destOrd="0" presId="urn:microsoft.com/office/officeart/2018/2/layout/IconLabelList"/>
    <dgm:cxn modelId="{0B0F1597-9EA2-4CE6-8BF7-98BBF4D97088}" type="presOf" srcId="{CF67B942-8597-4CCE-9EB7-DB1B7099A265}" destId="{F437E5B7-EC52-45E4-9D3D-DF312A04411C}" srcOrd="0" destOrd="0" presId="urn:microsoft.com/office/officeart/2018/2/layout/IconLabelList"/>
    <dgm:cxn modelId="{141CDFA2-460C-48B1-88E0-66B64C670B72}" type="presOf" srcId="{0D471F27-DBDE-4C6B-A058-100EFCE51FF2}" destId="{47C94A82-5CC2-42E3-B772-B5DDA54FB842}" srcOrd="0" destOrd="0" presId="urn:microsoft.com/office/officeart/2018/2/layout/IconLabelList"/>
    <dgm:cxn modelId="{E77B84DA-5787-4E87-A3CE-62D7B5992DFF}" srcId="{C3A58C56-3274-45FE-9922-F00CACFA32E7}" destId="{0D471F27-DBDE-4C6B-A058-100EFCE51FF2}" srcOrd="2" destOrd="0" parTransId="{C0D29711-0B5F-492B-8700-96FA57E7DA1B}" sibTransId="{1820538E-B077-4F33-9A4E-DF659AD66E3B}"/>
    <dgm:cxn modelId="{767D8523-D97A-4885-89C3-CDE2F7E880C4}" type="presParOf" srcId="{7A6206A3-DCDF-41F4-818F-D5DFFDA3A33B}" destId="{FF76647A-6D9B-4203-816C-14CDC707EB79}" srcOrd="0" destOrd="0" presId="urn:microsoft.com/office/officeart/2018/2/layout/IconLabelList"/>
    <dgm:cxn modelId="{2E9F8ED5-1F46-4DC2-9A3F-4E33B6CDB0A1}" type="presParOf" srcId="{FF76647A-6D9B-4203-816C-14CDC707EB79}" destId="{4F81C04E-2270-4A7B-B3CA-0D7633CFA1F9}" srcOrd="0" destOrd="0" presId="urn:microsoft.com/office/officeart/2018/2/layout/IconLabelList"/>
    <dgm:cxn modelId="{E7AC6FE1-082E-40C3-837E-19F093330B2B}" type="presParOf" srcId="{FF76647A-6D9B-4203-816C-14CDC707EB79}" destId="{8EB18A1B-1213-4252-9E8C-4C132F995F11}" srcOrd="1" destOrd="0" presId="urn:microsoft.com/office/officeart/2018/2/layout/IconLabelList"/>
    <dgm:cxn modelId="{8BBD1CF4-C1CA-4662-B85C-B8824BA254AB}" type="presParOf" srcId="{FF76647A-6D9B-4203-816C-14CDC707EB79}" destId="{F437E5B7-EC52-45E4-9D3D-DF312A04411C}" srcOrd="2" destOrd="0" presId="urn:microsoft.com/office/officeart/2018/2/layout/IconLabelList"/>
    <dgm:cxn modelId="{C8BAB272-0FDB-4988-AB42-B7529263170B}" type="presParOf" srcId="{7A6206A3-DCDF-41F4-818F-D5DFFDA3A33B}" destId="{F4920040-1DA3-4655-BB97-E352A489357D}" srcOrd="1" destOrd="0" presId="urn:microsoft.com/office/officeart/2018/2/layout/IconLabelList"/>
    <dgm:cxn modelId="{89C64B8A-E62F-4DBE-B8F5-24FEFB8E90FE}" type="presParOf" srcId="{7A6206A3-DCDF-41F4-818F-D5DFFDA3A33B}" destId="{E4D0D7ED-6A9F-46AF-822C-CBDC41C8632F}" srcOrd="2" destOrd="0" presId="urn:microsoft.com/office/officeart/2018/2/layout/IconLabelList"/>
    <dgm:cxn modelId="{F99FCE1A-81CC-4773-A042-1F823CEFAADA}" type="presParOf" srcId="{E4D0D7ED-6A9F-46AF-822C-CBDC41C8632F}" destId="{688EB615-0395-48DB-8350-DF96B7618AF1}" srcOrd="0" destOrd="0" presId="urn:microsoft.com/office/officeart/2018/2/layout/IconLabelList"/>
    <dgm:cxn modelId="{82D5056E-B074-4431-A1C3-375221F763FF}" type="presParOf" srcId="{E4D0D7ED-6A9F-46AF-822C-CBDC41C8632F}" destId="{428225D1-7ECE-41E1-91A1-A655C032F096}" srcOrd="1" destOrd="0" presId="urn:microsoft.com/office/officeart/2018/2/layout/IconLabelList"/>
    <dgm:cxn modelId="{381D4107-C49F-4748-8F97-5D81964D6106}" type="presParOf" srcId="{E4D0D7ED-6A9F-46AF-822C-CBDC41C8632F}" destId="{A3118A46-E9D3-4A55-B03A-20B72B20BCEC}" srcOrd="2" destOrd="0" presId="urn:microsoft.com/office/officeart/2018/2/layout/IconLabelList"/>
    <dgm:cxn modelId="{AC6DFF83-A85E-4EC1-8167-AA6E76B7FA0D}" type="presParOf" srcId="{7A6206A3-DCDF-41F4-818F-D5DFFDA3A33B}" destId="{9776BBE2-CDC0-4C72-A0CC-39C8119DB863}" srcOrd="3" destOrd="0" presId="urn:microsoft.com/office/officeart/2018/2/layout/IconLabelList"/>
    <dgm:cxn modelId="{7BB0C061-52D7-49E6-BA67-B5CCD3AC41FF}" type="presParOf" srcId="{7A6206A3-DCDF-41F4-818F-D5DFFDA3A33B}" destId="{8995BC70-6450-4A78-967F-A637B6FDB10D}" srcOrd="4" destOrd="0" presId="urn:microsoft.com/office/officeart/2018/2/layout/IconLabelList"/>
    <dgm:cxn modelId="{33E90F26-AC31-4AF7-9846-D0AF67FCA133}" type="presParOf" srcId="{8995BC70-6450-4A78-967F-A637B6FDB10D}" destId="{844BCD91-6416-4361-A220-E962FAE0B3AD}" srcOrd="0" destOrd="0" presId="urn:microsoft.com/office/officeart/2018/2/layout/IconLabelList"/>
    <dgm:cxn modelId="{5852A940-B7BF-4AA3-90D4-CAC0EF6D407E}" type="presParOf" srcId="{8995BC70-6450-4A78-967F-A637B6FDB10D}" destId="{CD5230E3-249B-4D56-AA90-B4116ED30E92}" srcOrd="1" destOrd="0" presId="urn:microsoft.com/office/officeart/2018/2/layout/IconLabelList"/>
    <dgm:cxn modelId="{2695DC45-4611-4C50-B20D-75E25B7B3BEA}" type="presParOf" srcId="{8995BC70-6450-4A78-967F-A637B6FDB10D}" destId="{47C94A82-5CC2-42E3-B772-B5DDA54FB84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C623DAB-821E-49A4-BF2F-EBC31B07ED2D}"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E9F2B3E-64B4-42C2-B28C-412B6D5AE44B}">
      <dgm:prSet/>
      <dgm:spPr/>
      <dgm:t>
        <a:bodyPr/>
        <a:lstStyle/>
        <a:p>
          <a:pPr>
            <a:lnSpc>
              <a:spcPct val="100000"/>
            </a:lnSpc>
          </a:pPr>
          <a:r>
            <a:rPr lang="es-ES"/>
            <a:t>Sin ningún índice, pgvector realiza un </a:t>
          </a:r>
          <a:r>
            <a:rPr lang="es-ES" b="1"/>
            <a:t>escaneo secuencial completo</a:t>
          </a:r>
          <a:r>
            <a:rPr lang="es-ES"/>
            <a:t> (exact nearest neighbor).</a:t>
          </a:r>
          <a:endParaRPr lang="en-US"/>
        </a:p>
      </dgm:t>
    </dgm:pt>
    <dgm:pt modelId="{92A62B34-1941-451F-8176-B7EA686C16D5}" type="parTrans" cxnId="{082F9D77-595D-4B59-99B8-F3AAF8CBD7CD}">
      <dgm:prSet/>
      <dgm:spPr/>
      <dgm:t>
        <a:bodyPr/>
        <a:lstStyle/>
        <a:p>
          <a:endParaRPr lang="en-US"/>
        </a:p>
      </dgm:t>
    </dgm:pt>
    <dgm:pt modelId="{545F5DC2-2B31-4ADE-8313-8991B707B71D}" type="sibTrans" cxnId="{082F9D77-595D-4B59-99B8-F3AAF8CBD7CD}">
      <dgm:prSet/>
      <dgm:spPr/>
      <dgm:t>
        <a:bodyPr/>
        <a:lstStyle/>
        <a:p>
          <a:endParaRPr lang="en-US"/>
        </a:p>
      </dgm:t>
    </dgm:pt>
    <dgm:pt modelId="{DDB63418-8039-426F-9D4C-D029EA3F8172}">
      <dgm:prSet/>
      <dgm:spPr/>
      <dgm:t>
        <a:bodyPr/>
        <a:lstStyle/>
        <a:p>
          <a:pPr>
            <a:lnSpc>
              <a:spcPct val="100000"/>
            </a:lnSpc>
          </a:pPr>
          <a:r>
            <a:rPr lang="es-ES" b="1" dirty="0"/>
            <a:t>Características</a:t>
          </a:r>
        </a:p>
        <a:p>
          <a:pPr>
            <a:lnSpc>
              <a:spcPct val="100000"/>
            </a:lnSpc>
          </a:pPr>
          <a:br>
            <a:rPr lang="es-ES" b="1" dirty="0"/>
          </a:br>
          <a:r>
            <a:rPr lang="es-ES" b="1" dirty="0"/>
            <a:t>- </a:t>
          </a:r>
          <a:r>
            <a:rPr lang="es-ES" dirty="0"/>
            <a:t>Resultados 100% precisos</a:t>
          </a:r>
        </a:p>
        <a:p>
          <a:pPr>
            <a:lnSpc>
              <a:spcPct val="100000"/>
            </a:lnSpc>
          </a:pPr>
          <a:r>
            <a:rPr lang="es-ES" dirty="0"/>
            <a:t>- Escala mal con grandes volúmenes </a:t>
          </a:r>
        </a:p>
        <a:p>
          <a:pPr>
            <a:lnSpc>
              <a:spcPct val="100000"/>
            </a:lnSpc>
          </a:pPr>
          <a:r>
            <a:rPr lang="es-ES" dirty="0"/>
            <a:t>- Útil para </a:t>
          </a:r>
          <a:r>
            <a:rPr lang="es-ES" dirty="0" err="1"/>
            <a:t>datasets</a:t>
          </a:r>
          <a:r>
            <a:rPr lang="es-ES" dirty="0"/>
            <a:t> pequeños o validación</a:t>
          </a:r>
          <a:endParaRPr lang="en-US" dirty="0"/>
        </a:p>
      </dgm:t>
    </dgm:pt>
    <dgm:pt modelId="{A0923EB0-057C-48FF-A416-112C07504160}" type="parTrans" cxnId="{484FB375-ABC5-45A9-99D3-77765575ADF0}">
      <dgm:prSet/>
      <dgm:spPr/>
      <dgm:t>
        <a:bodyPr/>
        <a:lstStyle/>
        <a:p>
          <a:endParaRPr lang="en-US"/>
        </a:p>
      </dgm:t>
    </dgm:pt>
    <dgm:pt modelId="{ACFF2CCF-BA85-4DCB-A498-B8268B81ABC5}" type="sibTrans" cxnId="{484FB375-ABC5-45A9-99D3-77765575ADF0}">
      <dgm:prSet/>
      <dgm:spPr/>
      <dgm:t>
        <a:bodyPr/>
        <a:lstStyle/>
        <a:p>
          <a:endParaRPr lang="en-US"/>
        </a:p>
      </dgm:t>
    </dgm:pt>
    <dgm:pt modelId="{BC7FBB48-2EA7-4AB3-A136-0489BF778EC4}" type="pres">
      <dgm:prSet presAssocID="{3C623DAB-821E-49A4-BF2F-EBC31B07ED2D}" presName="root" presStyleCnt="0">
        <dgm:presLayoutVars>
          <dgm:dir/>
          <dgm:resizeHandles val="exact"/>
        </dgm:presLayoutVars>
      </dgm:prSet>
      <dgm:spPr/>
    </dgm:pt>
    <dgm:pt modelId="{8B578FA1-3E6B-4F7F-8B2A-8527AA259ED8}" type="pres">
      <dgm:prSet presAssocID="{0E9F2B3E-64B4-42C2-B28C-412B6D5AE44B}" presName="compNode" presStyleCnt="0"/>
      <dgm:spPr/>
    </dgm:pt>
    <dgm:pt modelId="{2817ED59-5CD4-4363-9165-5D001716A5B7}" type="pres">
      <dgm:prSet presAssocID="{0E9F2B3E-64B4-42C2-B28C-412B6D5AE44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ráneo"/>
        </a:ext>
      </dgm:extLst>
    </dgm:pt>
    <dgm:pt modelId="{ED3468F2-5F76-42AF-ABEF-BCCDE2CB1ED8}" type="pres">
      <dgm:prSet presAssocID="{0E9F2B3E-64B4-42C2-B28C-412B6D5AE44B}" presName="spaceRect" presStyleCnt="0"/>
      <dgm:spPr/>
    </dgm:pt>
    <dgm:pt modelId="{E18E9886-AB3D-4A7C-96B4-9188C8C6A8D1}" type="pres">
      <dgm:prSet presAssocID="{0E9F2B3E-64B4-42C2-B28C-412B6D5AE44B}" presName="textRect" presStyleLbl="revTx" presStyleIdx="0" presStyleCnt="2">
        <dgm:presLayoutVars>
          <dgm:chMax val="1"/>
          <dgm:chPref val="1"/>
        </dgm:presLayoutVars>
      </dgm:prSet>
      <dgm:spPr/>
    </dgm:pt>
    <dgm:pt modelId="{770A72BC-BFFD-4E20-A087-45F5EF657F24}" type="pres">
      <dgm:prSet presAssocID="{545F5DC2-2B31-4ADE-8313-8991B707B71D}" presName="sibTrans" presStyleCnt="0"/>
      <dgm:spPr/>
    </dgm:pt>
    <dgm:pt modelId="{524A5C1D-BDE5-490C-A75A-88AFCEB12D7C}" type="pres">
      <dgm:prSet presAssocID="{DDB63418-8039-426F-9D4C-D029EA3F8172}" presName="compNode" presStyleCnt="0"/>
      <dgm:spPr/>
    </dgm:pt>
    <dgm:pt modelId="{EDA3873F-170A-4227-8E52-01616D4E4AB3}" type="pres">
      <dgm:prSet presAssocID="{DDB63418-8039-426F-9D4C-D029EA3F8172}"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ata"/>
        </a:ext>
      </dgm:extLst>
    </dgm:pt>
    <dgm:pt modelId="{22822C0E-CEA1-4708-AA6F-0710F23FCC89}" type="pres">
      <dgm:prSet presAssocID="{DDB63418-8039-426F-9D4C-D029EA3F8172}" presName="spaceRect" presStyleCnt="0"/>
      <dgm:spPr/>
    </dgm:pt>
    <dgm:pt modelId="{0D331539-C6E9-44D3-BE09-590ABFC02D60}" type="pres">
      <dgm:prSet presAssocID="{DDB63418-8039-426F-9D4C-D029EA3F8172}" presName="textRect" presStyleLbl="revTx" presStyleIdx="1" presStyleCnt="2">
        <dgm:presLayoutVars>
          <dgm:chMax val="1"/>
          <dgm:chPref val="1"/>
        </dgm:presLayoutVars>
      </dgm:prSet>
      <dgm:spPr/>
    </dgm:pt>
  </dgm:ptLst>
  <dgm:cxnLst>
    <dgm:cxn modelId="{74050337-1A98-4C67-96A0-DA8AC208473E}" type="presOf" srcId="{DDB63418-8039-426F-9D4C-D029EA3F8172}" destId="{0D331539-C6E9-44D3-BE09-590ABFC02D60}" srcOrd="0" destOrd="0" presId="urn:microsoft.com/office/officeart/2018/2/layout/IconLabelList"/>
    <dgm:cxn modelId="{484FB375-ABC5-45A9-99D3-77765575ADF0}" srcId="{3C623DAB-821E-49A4-BF2F-EBC31B07ED2D}" destId="{DDB63418-8039-426F-9D4C-D029EA3F8172}" srcOrd="1" destOrd="0" parTransId="{A0923EB0-057C-48FF-A416-112C07504160}" sibTransId="{ACFF2CCF-BA85-4DCB-A498-B8268B81ABC5}"/>
    <dgm:cxn modelId="{082F9D77-595D-4B59-99B8-F3AAF8CBD7CD}" srcId="{3C623DAB-821E-49A4-BF2F-EBC31B07ED2D}" destId="{0E9F2B3E-64B4-42C2-B28C-412B6D5AE44B}" srcOrd="0" destOrd="0" parTransId="{92A62B34-1941-451F-8176-B7EA686C16D5}" sibTransId="{545F5DC2-2B31-4ADE-8313-8991B707B71D}"/>
    <dgm:cxn modelId="{768E5AD3-B2CA-457F-A43F-9175462037D4}" type="presOf" srcId="{0E9F2B3E-64B4-42C2-B28C-412B6D5AE44B}" destId="{E18E9886-AB3D-4A7C-96B4-9188C8C6A8D1}" srcOrd="0" destOrd="0" presId="urn:microsoft.com/office/officeart/2018/2/layout/IconLabelList"/>
    <dgm:cxn modelId="{1FFC09FC-CFE1-4C9A-BD2E-CFA1C8D055F1}" type="presOf" srcId="{3C623DAB-821E-49A4-BF2F-EBC31B07ED2D}" destId="{BC7FBB48-2EA7-4AB3-A136-0489BF778EC4}" srcOrd="0" destOrd="0" presId="urn:microsoft.com/office/officeart/2018/2/layout/IconLabelList"/>
    <dgm:cxn modelId="{692F3317-DBF5-4872-BAEF-A550DB6A75D7}" type="presParOf" srcId="{BC7FBB48-2EA7-4AB3-A136-0489BF778EC4}" destId="{8B578FA1-3E6B-4F7F-8B2A-8527AA259ED8}" srcOrd="0" destOrd="0" presId="urn:microsoft.com/office/officeart/2018/2/layout/IconLabelList"/>
    <dgm:cxn modelId="{CE779705-07F1-4D00-AA76-5DF03AF26A4A}" type="presParOf" srcId="{8B578FA1-3E6B-4F7F-8B2A-8527AA259ED8}" destId="{2817ED59-5CD4-4363-9165-5D001716A5B7}" srcOrd="0" destOrd="0" presId="urn:microsoft.com/office/officeart/2018/2/layout/IconLabelList"/>
    <dgm:cxn modelId="{E11B2A40-6529-4401-8CC2-44DA452EBE8D}" type="presParOf" srcId="{8B578FA1-3E6B-4F7F-8B2A-8527AA259ED8}" destId="{ED3468F2-5F76-42AF-ABEF-BCCDE2CB1ED8}" srcOrd="1" destOrd="0" presId="urn:microsoft.com/office/officeart/2018/2/layout/IconLabelList"/>
    <dgm:cxn modelId="{493A68B4-5845-4548-8224-E0785F535036}" type="presParOf" srcId="{8B578FA1-3E6B-4F7F-8B2A-8527AA259ED8}" destId="{E18E9886-AB3D-4A7C-96B4-9188C8C6A8D1}" srcOrd="2" destOrd="0" presId="urn:microsoft.com/office/officeart/2018/2/layout/IconLabelList"/>
    <dgm:cxn modelId="{A0E377A5-068D-4D70-99BE-D15BB29486E2}" type="presParOf" srcId="{BC7FBB48-2EA7-4AB3-A136-0489BF778EC4}" destId="{770A72BC-BFFD-4E20-A087-45F5EF657F24}" srcOrd="1" destOrd="0" presId="urn:microsoft.com/office/officeart/2018/2/layout/IconLabelList"/>
    <dgm:cxn modelId="{52C5C1E2-BA38-44CC-816C-A137A5A5FC68}" type="presParOf" srcId="{BC7FBB48-2EA7-4AB3-A136-0489BF778EC4}" destId="{524A5C1D-BDE5-490C-A75A-88AFCEB12D7C}" srcOrd="2" destOrd="0" presId="urn:microsoft.com/office/officeart/2018/2/layout/IconLabelList"/>
    <dgm:cxn modelId="{64093DFE-EAFB-4B5F-971A-9EABCD92025D}" type="presParOf" srcId="{524A5C1D-BDE5-490C-A75A-88AFCEB12D7C}" destId="{EDA3873F-170A-4227-8E52-01616D4E4AB3}" srcOrd="0" destOrd="0" presId="urn:microsoft.com/office/officeart/2018/2/layout/IconLabelList"/>
    <dgm:cxn modelId="{0AD6D502-75B9-4A82-A53C-5686FA3E8138}" type="presParOf" srcId="{524A5C1D-BDE5-490C-A75A-88AFCEB12D7C}" destId="{22822C0E-CEA1-4708-AA6F-0710F23FCC89}" srcOrd="1" destOrd="0" presId="urn:microsoft.com/office/officeart/2018/2/layout/IconLabelList"/>
    <dgm:cxn modelId="{E552E46F-13B0-4AB5-92F0-D5EAED042A2C}" type="presParOf" srcId="{524A5C1D-BDE5-490C-A75A-88AFCEB12D7C}" destId="{0D331539-C6E9-44D3-BE09-590ABFC02D6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653C1A9-16D9-41EE-9E95-5957E335AF2F}"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12C1F93-B5E7-481B-B6E9-0D2B91845D9B}">
      <dgm:prSet/>
      <dgm:spPr/>
      <dgm:t>
        <a:bodyPr/>
        <a:lstStyle/>
        <a:p>
          <a:pPr>
            <a:lnSpc>
              <a:spcPct val="100000"/>
            </a:lnSpc>
          </a:pPr>
          <a:r>
            <a:rPr lang="es-ES" dirty="0" err="1"/>
            <a:t>Basicamente</a:t>
          </a:r>
          <a:r>
            <a:rPr lang="es-ES" dirty="0"/>
            <a:t> el uso de RAG, esta pensando para extraer y trocear información, guardarla en bases de datos vectoriales, para posteriormente poder indicarle a los agentes donde buscar información para resolver una preguntar y que este sea similar a lo que se guardo anteriormente en la base de datos vectorial.</a:t>
          </a:r>
          <a:endParaRPr lang="en-US" dirty="0"/>
        </a:p>
      </dgm:t>
    </dgm:pt>
    <dgm:pt modelId="{E13562D5-51D7-4632-B8AB-2C1842DCCC5D}" type="parTrans" cxnId="{1C43A539-14E4-4267-888E-F4A56EFCC4D9}">
      <dgm:prSet/>
      <dgm:spPr/>
      <dgm:t>
        <a:bodyPr/>
        <a:lstStyle/>
        <a:p>
          <a:endParaRPr lang="en-US"/>
        </a:p>
      </dgm:t>
    </dgm:pt>
    <dgm:pt modelId="{BC681CE6-5142-4291-898B-45E0EA874394}" type="sibTrans" cxnId="{1C43A539-14E4-4267-888E-F4A56EFCC4D9}">
      <dgm:prSet/>
      <dgm:spPr/>
      <dgm:t>
        <a:bodyPr/>
        <a:lstStyle/>
        <a:p>
          <a:endParaRPr lang="en-US"/>
        </a:p>
      </dgm:t>
    </dgm:pt>
    <dgm:pt modelId="{6C6D70FD-541F-43CF-AB99-7D4B4EFFEB39}">
      <dgm:prSet/>
      <dgm:spPr/>
      <dgm:t>
        <a:bodyPr/>
        <a:lstStyle/>
        <a:p>
          <a:pPr>
            <a:lnSpc>
              <a:spcPct val="100000"/>
            </a:lnSpc>
          </a:pPr>
          <a:r>
            <a:rPr lang="es-ES" dirty="0"/>
            <a:t>En </a:t>
          </a:r>
          <a:r>
            <a:rPr lang="es-ES" dirty="0" err="1"/>
            <a:t>spring</a:t>
          </a:r>
          <a:r>
            <a:rPr lang="es-ES" dirty="0"/>
            <a:t> AI, es cargar tu base de datos vectorial e indicarle al chat mediante un </a:t>
          </a:r>
          <a:r>
            <a:rPr lang="es-ES" dirty="0" err="1"/>
            <a:t>advisor</a:t>
          </a:r>
          <a:r>
            <a:rPr lang="es-ES" dirty="0"/>
            <a:t> que utilice esta fuente de conocimiento para responder a preguntar realizadas por el usuario</a:t>
          </a:r>
          <a:endParaRPr lang="en-US" dirty="0"/>
        </a:p>
      </dgm:t>
    </dgm:pt>
    <dgm:pt modelId="{B9909229-1B65-443F-AAAA-A2DC01FC36EF}" type="parTrans" cxnId="{7424AF6B-36B2-4DE4-8E8E-8D85D7E00E51}">
      <dgm:prSet/>
      <dgm:spPr/>
      <dgm:t>
        <a:bodyPr/>
        <a:lstStyle/>
        <a:p>
          <a:endParaRPr lang="en-US"/>
        </a:p>
      </dgm:t>
    </dgm:pt>
    <dgm:pt modelId="{034A1C87-47C4-4182-85E7-5FB149AF4461}" type="sibTrans" cxnId="{7424AF6B-36B2-4DE4-8E8E-8D85D7E00E51}">
      <dgm:prSet/>
      <dgm:spPr/>
      <dgm:t>
        <a:bodyPr/>
        <a:lstStyle/>
        <a:p>
          <a:endParaRPr lang="en-US"/>
        </a:p>
      </dgm:t>
    </dgm:pt>
    <dgm:pt modelId="{3A2D5093-1FFE-4078-BACF-C685A77BD3AF}" type="pres">
      <dgm:prSet presAssocID="{4653C1A9-16D9-41EE-9E95-5957E335AF2F}" presName="root" presStyleCnt="0">
        <dgm:presLayoutVars>
          <dgm:dir/>
          <dgm:resizeHandles val="exact"/>
        </dgm:presLayoutVars>
      </dgm:prSet>
      <dgm:spPr/>
    </dgm:pt>
    <dgm:pt modelId="{8D86395C-30E4-443F-98A9-8CEA76A691D3}" type="pres">
      <dgm:prSet presAssocID="{A12C1F93-B5E7-481B-B6E9-0D2B91845D9B}" presName="compNode" presStyleCnt="0"/>
      <dgm:spPr/>
    </dgm:pt>
    <dgm:pt modelId="{DAAC0999-651B-4932-9DE1-19F10D222524}" type="pres">
      <dgm:prSet presAssocID="{A12C1F93-B5E7-481B-B6E9-0D2B91845D9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se de datos"/>
        </a:ext>
      </dgm:extLst>
    </dgm:pt>
    <dgm:pt modelId="{5F25AC5D-473A-4AA6-BF70-46DC9B7E0856}" type="pres">
      <dgm:prSet presAssocID="{A12C1F93-B5E7-481B-B6E9-0D2B91845D9B}" presName="spaceRect" presStyleCnt="0"/>
      <dgm:spPr/>
    </dgm:pt>
    <dgm:pt modelId="{D16AA084-3408-4786-83AC-0FB969BDCF41}" type="pres">
      <dgm:prSet presAssocID="{A12C1F93-B5E7-481B-B6E9-0D2B91845D9B}" presName="textRect" presStyleLbl="revTx" presStyleIdx="0" presStyleCnt="2">
        <dgm:presLayoutVars>
          <dgm:chMax val="1"/>
          <dgm:chPref val="1"/>
        </dgm:presLayoutVars>
      </dgm:prSet>
      <dgm:spPr/>
    </dgm:pt>
    <dgm:pt modelId="{15004D00-9531-4A82-96E9-64AF8500F07D}" type="pres">
      <dgm:prSet presAssocID="{BC681CE6-5142-4291-898B-45E0EA874394}" presName="sibTrans" presStyleCnt="0"/>
      <dgm:spPr/>
    </dgm:pt>
    <dgm:pt modelId="{EA8D3B49-0B08-4C6D-B73B-39C305466321}" type="pres">
      <dgm:prSet presAssocID="{6C6D70FD-541F-43CF-AB99-7D4B4EFFEB39}" presName="compNode" presStyleCnt="0"/>
      <dgm:spPr/>
    </dgm:pt>
    <dgm:pt modelId="{5738D89D-B095-4269-9287-A722F4859AAD}" type="pres">
      <dgm:prSet presAssocID="{6C6D70FD-541F-43CF-AB99-7D4B4EFFEB39}"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Bubble"/>
        </a:ext>
      </dgm:extLst>
    </dgm:pt>
    <dgm:pt modelId="{6CDF07E6-C2A6-4864-807E-A4C31910A470}" type="pres">
      <dgm:prSet presAssocID="{6C6D70FD-541F-43CF-AB99-7D4B4EFFEB39}" presName="spaceRect" presStyleCnt="0"/>
      <dgm:spPr/>
    </dgm:pt>
    <dgm:pt modelId="{8B01B774-0B39-40E3-9115-BB0E0ADD97B3}" type="pres">
      <dgm:prSet presAssocID="{6C6D70FD-541F-43CF-AB99-7D4B4EFFEB39}" presName="textRect" presStyleLbl="revTx" presStyleIdx="1" presStyleCnt="2">
        <dgm:presLayoutVars>
          <dgm:chMax val="1"/>
          <dgm:chPref val="1"/>
        </dgm:presLayoutVars>
      </dgm:prSet>
      <dgm:spPr/>
    </dgm:pt>
  </dgm:ptLst>
  <dgm:cxnLst>
    <dgm:cxn modelId="{1C43A539-14E4-4267-888E-F4A56EFCC4D9}" srcId="{4653C1A9-16D9-41EE-9E95-5957E335AF2F}" destId="{A12C1F93-B5E7-481B-B6E9-0D2B91845D9B}" srcOrd="0" destOrd="0" parTransId="{E13562D5-51D7-4632-B8AB-2C1842DCCC5D}" sibTransId="{BC681CE6-5142-4291-898B-45E0EA874394}"/>
    <dgm:cxn modelId="{8AD78161-B7BF-4BF8-9126-07A778D20021}" type="presOf" srcId="{A12C1F93-B5E7-481B-B6E9-0D2B91845D9B}" destId="{D16AA084-3408-4786-83AC-0FB969BDCF41}" srcOrd="0" destOrd="0" presId="urn:microsoft.com/office/officeart/2018/2/layout/IconLabelList"/>
    <dgm:cxn modelId="{CDF09A68-679C-449A-BDA0-6F2FB16B9FCE}" type="presOf" srcId="{4653C1A9-16D9-41EE-9E95-5957E335AF2F}" destId="{3A2D5093-1FFE-4078-BACF-C685A77BD3AF}" srcOrd="0" destOrd="0" presId="urn:microsoft.com/office/officeart/2018/2/layout/IconLabelList"/>
    <dgm:cxn modelId="{7424AF6B-36B2-4DE4-8E8E-8D85D7E00E51}" srcId="{4653C1A9-16D9-41EE-9E95-5957E335AF2F}" destId="{6C6D70FD-541F-43CF-AB99-7D4B4EFFEB39}" srcOrd="1" destOrd="0" parTransId="{B9909229-1B65-443F-AAAA-A2DC01FC36EF}" sibTransId="{034A1C87-47C4-4182-85E7-5FB149AF4461}"/>
    <dgm:cxn modelId="{40E1288D-8511-4ADD-9852-68FE43B0E905}" type="presOf" srcId="{6C6D70FD-541F-43CF-AB99-7D4B4EFFEB39}" destId="{8B01B774-0B39-40E3-9115-BB0E0ADD97B3}" srcOrd="0" destOrd="0" presId="urn:microsoft.com/office/officeart/2018/2/layout/IconLabelList"/>
    <dgm:cxn modelId="{74861C7B-3940-4BB7-BE11-B0F215FF47EE}" type="presParOf" srcId="{3A2D5093-1FFE-4078-BACF-C685A77BD3AF}" destId="{8D86395C-30E4-443F-98A9-8CEA76A691D3}" srcOrd="0" destOrd="0" presId="urn:microsoft.com/office/officeart/2018/2/layout/IconLabelList"/>
    <dgm:cxn modelId="{5A65A953-F503-4FD5-A2BB-EA39D522EF48}" type="presParOf" srcId="{8D86395C-30E4-443F-98A9-8CEA76A691D3}" destId="{DAAC0999-651B-4932-9DE1-19F10D222524}" srcOrd="0" destOrd="0" presId="urn:microsoft.com/office/officeart/2018/2/layout/IconLabelList"/>
    <dgm:cxn modelId="{66E73060-4FD0-48E5-AFE9-0CA78BFB8F73}" type="presParOf" srcId="{8D86395C-30E4-443F-98A9-8CEA76A691D3}" destId="{5F25AC5D-473A-4AA6-BF70-46DC9B7E0856}" srcOrd="1" destOrd="0" presId="urn:microsoft.com/office/officeart/2018/2/layout/IconLabelList"/>
    <dgm:cxn modelId="{11BFA22A-8B6B-474F-A4B6-C668CBE75673}" type="presParOf" srcId="{8D86395C-30E4-443F-98A9-8CEA76A691D3}" destId="{D16AA084-3408-4786-83AC-0FB969BDCF41}" srcOrd="2" destOrd="0" presId="urn:microsoft.com/office/officeart/2018/2/layout/IconLabelList"/>
    <dgm:cxn modelId="{B9D4FD8D-7FFF-404E-BB61-B716AEB64482}" type="presParOf" srcId="{3A2D5093-1FFE-4078-BACF-C685A77BD3AF}" destId="{15004D00-9531-4A82-96E9-64AF8500F07D}" srcOrd="1" destOrd="0" presId="urn:microsoft.com/office/officeart/2018/2/layout/IconLabelList"/>
    <dgm:cxn modelId="{D0AE9E22-B7ED-491D-92C2-4D928B3E46EA}" type="presParOf" srcId="{3A2D5093-1FFE-4078-BACF-C685A77BD3AF}" destId="{EA8D3B49-0B08-4C6D-B73B-39C305466321}" srcOrd="2" destOrd="0" presId="urn:microsoft.com/office/officeart/2018/2/layout/IconLabelList"/>
    <dgm:cxn modelId="{C8003EA1-8FD1-46AE-AC22-14B3E0430E08}" type="presParOf" srcId="{EA8D3B49-0B08-4C6D-B73B-39C305466321}" destId="{5738D89D-B095-4269-9287-A722F4859AAD}" srcOrd="0" destOrd="0" presId="urn:microsoft.com/office/officeart/2018/2/layout/IconLabelList"/>
    <dgm:cxn modelId="{E3216DA1-4EE4-4CAF-9E13-7C64565F2C9D}" type="presParOf" srcId="{EA8D3B49-0B08-4C6D-B73B-39C305466321}" destId="{6CDF07E6-C2A6-4864-807E-A4C31910A470}" srcOrd="1" destOrd="0" presId="urn:microsoft.com/office/officeart/2018/2/layout/IconLabelList"/>
    <dgm:cxn modelId="{8D995788-51CC-4BC4-A10E-B4F99238147D}" type="presParOf" srcId="{EA8D3B49-0B08-4C6D-B73B-39C305466321}" destId="{8B01B774-0B39-40E3-9115-BB0E0ADD97B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30C23C-75BB-394A-BD8A-9702D9FB3B59}">
      <dsp:nvSpPr>
        <dsp:cNvPr id="0" name=""/>
        <dsp:cNvSpPr/>
      </dsp:nvSpPr>
      <dsp:spPr>
        <a:xfrm rot="5400000">
          <a:off x="2481931" y="64761"/>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a:t>Chat básico</a:t>
          </a:r>
          <a:endParaRPr lang="en-US" sz="900" kern="1200"/>
        </a:p>
      </dsp:txBody>
      <dsp:txXfrm rot="-5400000">
        <a:off x="2679843" y="154388"/>
        <a:ext cx="590898" cy="679194"/>
      </dsp:txXfrm>
    </dsp:sp>
    <dsp:sp modelId="{542B9C10-7405-1D40-823F-3E938DBC80D4}">
      <dsp:nvSpPr>
        <dsp:cNvPr id="0" name=""/>
        <dsp:cNvSpPr/>
      </dsp:nvSpPr>
      <dsp:spPr>
        <a:xfrm>
          <a:off x="3430566" y="197969"/>
          <a:ext cx="1101182" cy="592033"/>
        </a:xfrm>
        <a:prstGeom prst="rect">
          <a:avLst/>
        </a:prstGeom>
        <a:noFill/>
        <a:ln>
          <a:noFill/>
        </a:ln>
        <a:effectLst/>
      </dsp:spPr>
      <dsp:style>
        <a:lnRef idx="0">
          <a:scrgbClr r="0" g="0" b="0"/>
        </a:lnRef>
        <a:fillRef idx="0">
          <a:scrgbClr r="0" g="0" b="0"/>
        </a:fillRef>
        <a:effectRef idx="0">
          <a:scrgbClr r="0" g="0" b="0"/>
        </a:effectRef>
        <a:fontRef idx="minor"/>
      </dsp:style>
    </dsp:sp>
    <dsp:sp modelId="{6EE9CC80-CB6B-4041-B6A2-0D08DEBF62DC}">
      <dsp:nvSpPr>
        <dsp:cNvPr id="0" name=""/>
        <dsp:cNvSpPr/>
      </dsp:nvSpPr>
      <dsp:spPr>
        <a:xfrm rot="5400000">
          <a:off x="1554806" y="64761"/>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752718" y="154388"/>
        <a:ext cx="590898" cy="679194"/>
      </dsp:txXfrm>
    </dsp:sp>
    <dsp:sp modelId="{D370F3FA-41DC-C244-A8A8-4FE5E2176B81}">
      <dsp:nvSpPr>
        <dsp:cNvPr id="0" name=""/>
        <dsp:cNvSpPr/>
      </dsp:nvSpPr>
      <dsp:spPr>
        <a:xfrm rot="5400000">
          <a:off x="2016592" y="902291"/>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dirty="0"/>
            <a:t>Chat con memoria</a:t>
          </a:r>
          <a:endParaRPr lang="en-US" sz="900" kern="1200" dirty="0"/>
        </a:p>
      </dsp:txBody>
      <dsp:txXfrm rot="-5400000">
        <a:off x="2214504" y="991918"/>
        <a:ext cx="590898" cy="679194"/>
      </dsp:txXfrm>
    </dsp:sp>
    <dsp:sp modelId="{22B2FED9-B647-E54C-8F6F-3F3A65ACF9CE}">
      <dsp:nvSpPr>
        <dsp:cNvPr id="0" name=""/>
        <dsp:cNvSpPr/>
      </dsp:nvSpPr>
      <dsp:spPr>
        <a:xfrm>
          <a:off x="979546" y="1035499"/>
          <a:ext cx="1065660" cy="592033"/>
        </a:xfrm>
        <a:prstGeom prst="rect">
          <a:avLst/>
        </a:prstGeom>
        <a:noFill/>
        <a:ln>
          <a:noFill/>
        </a:ln>
        <a:effectLst/>
      </dsp:spPr>
      <dsp:style>
        <a:lnRef idx="0">
          <a:scrgbClr r="0" g="0" b="0"/>
        </a:lnRef>
        <a:fillRef idx="0">
          <a:scrgbClr r="0" g="0" b="0"/>
        </a:fillRef>
        <a:effectRef idx="0">
          <a:scrgbClr r="0" g="0" b="0"/>
        </a:effectRef>
        <a:fontRef idx="minor"/>
      </dsp:style>
    </dsp:sp>
    <dsp:sp modelId="{48BC0382-9A97-DE4D-A2E6-D78A508CA70A}">
      <dsp:nvSpPr>
        <dsp:cNvPr id="0" name=""/>
        <dsp:cNvSpPr/>
      </dsp:nvSpPr>
      <dsp:spPr>
        <a:xfrm rot="5400000">
          <a:off x="2943717" y="902291"/>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3141629" y="991918"/>
        <a:ext cx="590898" cy="679194"/>
      </dsp:txXfrm>
    </dsp:sp>
    <dsp:sp modelId="{2DF3905F-8104-B744-8D27-A318C63A31A0}">
      <dsp:nvSpPr>
        <dsp:cNvPr id="0" name=""/>
        <dsp:cNvSpPr/>
      </dsp:nvSpPr>
      <dsp:spPr>
        <a:xfrm rot="5400000">
          <a:off x="2481931" y="1739822"/>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dirty="0"/>
            <a:t>MCP </a:t>
          </a:r>
          <a:endParaRPr lang="en-US" sz="900" kern="1200" dirty="0"/>
        </a:p>
      </dsp:txBody>
      <dsp:txXfrm rot="-5400000">
        <a:off x="2679843" y="1829449"/>
        <a:ext cx="590898" cy="679194"/>
      </dsp:txXfrm>
    </dsp:sp>
    <dsp:sp modelId="{83331443-D153-AF45-B7C1-B00537D24213}">
      <dsp:nvSpPr>
        <dsp:cNvPr id="0" name=""/>
        <dsp:cNvSpPr/>
      </dsp:nvSpPr>
      <dsp:spPr>
        <a:xfrm>
          <a:off x="3430566" y="1873029"/>
          <a:ext cx="1101182" cy="592033"/>
        </a:xfrm>
        <a:prstGeom prst="rect">
          <a:avLst/>
        </a:prstGeom>
        <a:noFill/>
        <a:ln>
          <a:noFill/>
        </a:ln>
        <a:effectLst/>
      </dsp:spPr>
      <dsp:style>
        <a:lnRef idx="0">
          <a:scrgbClr r="0" g="0" b="0"/>
        </a:lnRef>
        <a:fillRef idx="0">
          <a:scrgbClr r="0" g="0" b="0"/>
        </a:fillRef>
        <a:effectRef idx="0">
          <a:scrgbClr r="0" g="0" b="0"/>
        </a:effectRef>
        <a:fontRef idx="minor"/>
      </dsp:style>
    </dsp:sp>
    <dsp:sp modelId="{D06FFF53-9A43-7348-B2C6-40E3EB1D7B4A}">
      <dsp:nvSpPr>
        <dsp:cNvPr id="0" name=""/>
        <dsp:cNvSpPr/>
      </dsp:nvSpPr>
      <dsp:spPr>
        <a:xfrm rot="5400000">
          <a:off x="1554806" y="1739822"/>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752718" y="1829449"/>
        <a:ext cx="590898" cy="679194"/>
      </dsp:txXfrm>
    </dsp:sp>
    <dsp:sp modelId="{B4BCFD11-0296-2E47-9984-7F9E197199BA}">
      <dsp:nvSpPr>
        <dsp:cNvPr id="0" name=""/>
        <dsp:cNvSpPr/>
      </dsp:nvSpPr>
      <dsp:spPr>
        <a:xfrm rot="5400000">
          <a:off x="2016592" y="2577352"/>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a:t>Vector databases</a:t>
          </a:r>
          <a:endParaRPr lang="en-US" sz="900" kern="1200"/>
        </a:p>
      </dsp:txBody>
      <dsp:txXfrm rot="-5400000">
        <a:off x="2214504" y="2666979"/>
        <a:ext cx="590898" cy="679194"/>
      </dsp:txXfrm>
    </dsp:sp>
    <dsp:sp modelId="{20F2FE2C-3801-C740-B672-F27557A281DE}">
      <dsp:nvSpPr>
        <dsp:cNvPr id="0" name=""/>
        <dsp:cNvSpPr/>
      </dsp:nvSpPr>
      <dsp:spPr>
        <a:xfrm>
          <a:off x="979546" y="2710560"/>
          <a:ext cx="1065660" cy="592033"/>
        </a:xfrm>
        <a:prstGeom prst="rect">
          <a:avLst/>
        </a:prstGeom>
        <a:noFill/>
        <a:ln>
          <a:noFill/>
        </a:ln>
        <a:effectLst/>
      </dsp:spPr>
      <dsp:style>
        <a:lnRef idx="0">
          <a:scrgbClr r="0" g="0" b="0"/>
        </a:lnRef>
        <a:fillRef idx="0">
          <a:scrgbClr r="0" g="0" b="0"/>
        </a:fillRef>
        <a:effectRef idx="0">
          <a:scrgbClr r="0" g="0" b="0"/>
        </a:effectRef>
        <a:fontRef idx="minor"/>
      </dsp:style>
    </dsp:sp>
    <dsp:sp modelId="{4FC65B2D-D03C-F44D-ABCD-671E70592117}">
      <dsp:nvSpPr>
        <dsp:cNvPr id="0" name=""/>
        <dsp:cNvSpPr/>
      </dsp:nvSpPr>
      <dsp:spPr>
        <a:xfrm rot="5400000">
          <a:off x="2943717" y="2577352"/>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3141629" y="2666979"/>
        <a:ext cx="590898" cy="679194"/>
      </dsp:txXfrm>
    </dsp:sp>
    <dsp:sp modelId="{F6706851-D2C5-9B46-9E69-1E0A5871614E}">
      <dsp:nvSpPr>
        <dsp:cNvPr id="0" name=""/>
        <dsp:cNvSpPr/>
      </dsp:nvSpPr>
      <dsp:spPr>
        <a:xfrm rot="5400000">
          <a:off x="2481931" y="3414883"/>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dirty="0"/>
            <a:t>RAG</a:t>
          </a:r>
          <a:endParaRPr lang="en-US" sz="900" kern="1200" dirty="0"/>
        </a:p>
      </dsp:txBody>
      <dsp:txXfrm rot="-5400000">
        <a:off x="2679843" y="3504510"/>
        <a:ext cx="590898" cy="679194"/>
      </dsp:txXfrm>
    </dsp:sp>
    <dsp:sp modelId="{C3EEF660-F89F-D74D-B544-0E03329E2DFD}">
      <dsp:nvSpPr>
        <dsp:cNvPr id="0" name=""/>
        <dsp:cNvSpPr/>
      </dsp:nvSpPr>
      <dsp:spPr>
        <a:xfrm>
          <a:off x="3430566" y="3548090"/>
          <a:ext cx="1101182" cy="592033"/>
        </a:xfrm>
        <a:prstGeom prst="rect">
          <a:avLst/>
        </a:prstGeom>
        <a:noFill/>
        <a:ln>
          <a:noFill/>
        </a:ln>
        <a:effectLst/>
      </dsp:spPr>
      <dsp:style>
        <a:lnRef idx="0">
          <a:scrgbClr r="0" g="0" b="0"/>
        </a:lnRef>
        <a:fillRef idx="0">
          <a:scrgbClr r="0" g="0" b="0"/>
        </a:fillRef>
        <a:effectRef idx="0">
          <a:scrgbClr r="0" g="0" b="0"/>
        </a:effectRef>
        <a:fontRef idx="minor"/>
      </dsp:style>
    </dsp:sp>
    <dsp:sp modelId="{E5CF4B4D-603C-544F-ABC7-C353198A0358}">
      <dsp:nvSpPr>
        <dsp:cNvPr id="0" name=""/>
        <dsp:cNvSpPr/>
      </dsp:nvSpPr>
      <dsp:spPr>
        <a:xfrm rot="5400000">
          <a:off x="1554806" y="3414883"/>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752718" y="3504510"/>
        <a:ext cx="590898" cy="679194"/>
      </dsp:txXfrm>
    </dsp:sp>
    <dsp:sp modelId="{7D9145CF-519B-AE4F-9A77-A4BACC06AF37}">
      <dsp:nvSpPr>
        <dsp:cNvPr id="0" name=""/>
        <dsp:cNvSpPr/>
      </dsp:nvSpPr>
      <dsp:spPr>
        <a:xfrm rot="5400000">
          <a:off x="2016592" y="4252413"/>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s-ES" sz="900" kern="1200"/>
            <a:t>Agent Utils</a:t>
          </a:r>
          <a:endParaRPr lang="en-US" sz="900" kern="1200"/>
        </a:p>
      </dsp:txBody>
      <dsp:txXfrm rot="-5400000">
        <a:off x="2214504" y="4342040"/>
        <a:ext cx="590898" cy="679194"/>
      </dsp:txXfrm>
    </dsp:sp>
    <dsp:sp modelId="{018A559D-5570-2D4D-AE5B-55311D8FA7C2}">
      <dsp:nvSpPr>
        <dsp:cNvPr id="0" name=""/>
        <dsp:cNvSpPr/>
      </dsp:nvSpPr>
      <dsp:spPr>
        <a:xfrm>
          <a:off x="979546" y="4385621"/>
          <a:ext cx="1065660" cy="592033"/>
        </a:xfrm>
        <a:prstGeom prst="rect">
          <a:avLst/>
        </a:prstGeom>
        <a:noFill/>
        <a:ln>
          <a:noFill/>
        </a:ln>
        <a:effectLst/>
      </dsp:spPr>
      <dsp:style>
        <a:lnRef idx="0">
          <a:scrgbClr r="0" g="0" b="0"/>
        </a:lnRef>
        <a:fillRef idx="0">
          <a:scrgbClr r="0" g="0" b="0"/>
        </a:fillRef>
        <a:effectRef idx="0">
          <a:scrgbClr r="0" g="0" b="0"/>
        </a:effectRef>
        <a:fontRef idx="minor"/>
      </dsp:style>
    </dsp:sp>
    <dsp:sp modelId="{7AA568D4-D948-9E4D-B5E6-41993F9471B9}">
      <dsp:nvSpPr>
        <dsp:cNvPr id="0" name=""/>
        <dsp:cNvSpPr/>
      </dsp:nvSpPr>
      <dsp:spPr>
        <a:xfrm rot="5400000">
          <a:off x="2943717" y="4252413"/>
          <a:ext cx="986722" cy="858448"/>
        </a:xfrm>
        <a:prstGeom prst="hexagon">
          <a:avLst>
            <a:gd name="adj" fmla="val 2500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3141629" y="4342040"/>
        <a:ext cx="590898" cy="6791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BEC30-B1C4-44E7-8B2C-5D2E13594DAB}">
      <dsp:nvSpPr>
        <dsp:cNvPr id="0" name=""/>
        <dsp:cNvSpPr/>
      </dsp:nvSpPr>
      <dsp:spPr>
        <a:xfrm>
          <a:off x="1780" y="310912"/>
          <a:ext cx="897750" cy="8977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8C89A1E-CCF7-4411-923A-76B30B190F2D}">
      <dsp:nvSpPr>
        <dsp:cNvPr id="0" name=""/>
        <dsp:cNvSpPr/>
      </dsp:nvSpPr>
      <dsp:spPr>
        <a:xfrm>
          <a:off x="1780" y="1348826"/>
          <a:ext cx="2565000" cy="384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s-ES" sz="2400" kern="1200" dirty="0" err="1"/>
            <a:t>System</a:t>
          </a:r>
          <a:r>
            <a:rPr lang="es-ES" sz="2400" kern="1200" dirty="0"/>
            <a:t> </a:t>
          </a:r>
          <a:r>
            <a:rPr lang="es-ES" sz="2400" kern="1200" dirty="0" err="1"/>
            <a:t>message</a:t>
          </a:r>
          <a:endParaRPr lang="es-ES" sz="2400" kern="1200" dirty="0"/>
        </a:p>
      </dsp:txBody>
      <dsp:txXfrm>
        <a:off x="1780" y="1348826"/>
        <a:ext cx="2565000" cy="384750"/>
      </dsp:txXfrm>
    </dsp:sp>
    <dsp:sp modelId="{F38285A2-23BA-4D5E-82D4-ECF344C3708F}">
      <dsp:nvSpPr>
        <dsp:cNvPr id="0" name=""/>
        <dsp:cNvSpPr/>
      </dsp:nvSpPr>
      <dsp:spPr>
        <a:xfrm>
          <a:off x="1780" y="1798768"/>
          <a:ext cx="2565000" cy="1771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s-ES" sz="1600" b="0" i="0" kern="1200" dirty="0"/>
            <a:t>Define el comportamiento global del modelo. Sirve para darle contexto o instrucciones generales.</a:t>
          </a:r>
          <a:endParaRPr lang="es-ES" sz="1600" kern="1200" dirty="0"/>
        </a:p>
        <a:p>
          <a:pPr marL="0" lvl="0" indent="0" algn="l" defTabSz="711200">
            <a:lnSpc>
              <a:spcPct val="100000"/>
            </a:lnSpc>
            <a:spcBef>
              <a:spcPct val="0"/>
            </a:spcBef>
            <a:spcAft>
              <a:spcPct val="35000"/>
            </a:spcAft>
            <a:buNone/>
          </a:pPr>
          <a:r>
            <a:rPr lang="es-ES" sz="1600" b="1" i="0" kern="1200" dirty="0"/>
            <a:t>Ejemplo:</a:t>
          </a:r>
          <a:r>
            <a:rPr lang="es-ES" sz="1600" b="0" i="0" kern="1200" dirty="0"/>
            <a:t> "Eres un asistente experto en programación Java."</a:t>
          </a:r>
          <a:endParaRPr lang="es-ES" sz="1600" kern="1200" dirty="0"/>
        </a:p>
      </dsp:txBody>
      <dsp:txXfrm>
        <a:off x="1780" y="1798768"/>
        <a:ext cx="2565000" cy="1771755"/>
      </dsp:txXfrm>
    </dsp:sp>
    <dsp:sp modelId="{DE3E0C5B-D4F1-47F7-90A9-F58EA719492D}">
      <dsp:nvSpPr>
        <dsp:cNvPr id="0" name=""/>
        <dsp:cNvSpPr/>
      </dsp:nvSpPr>
      <dsp:spPr>
        <a:xfrm>
          <a:off x="3015655" y="310912"/>
          <a:ext cx="897750" cy="8977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9D3D8B7-A622-40F4-8A02-C30637209CF6}">
      <dsp:nvSpPr>
        <dsp:cNvPr id="0" name=""/>
        <dsp:cNvSpPr/>
      </dsp:nvSpPr>
      <dsp:spPr>
        <a:xfrm>
          <a:off x="3015655" y="1348826"/>
          <a:ext cx="2565000" cy="384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s-ES" sz="2400" kern="1200"/>
            <a:t>User message</a:t>
          </a:r>
        </a:p>
      </dsp:txBody>
      <dsp:txXfrm>
        <a:off x="3015655" y="1348826"/>
        <a:ext cx="2565000" cy="384750"/>
      </dsp:txXfrm>
    </dsp:sp>
    <dsp:sp modelId="{32B59CA5-989E-4257-BCAA-8661C085A788}">
      <dsp:nvSpPr>
        <dsp:cNvPr id="0" name=""/>
        <dsp:cNvSpPr/>
      </dsp:nvSpPr>
      <dsp:spPr>
        <a:xfrm>
          <a:off x="3015655" y="1798768"/>
          <a:ext cx="2565000" cy="1771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s-ES" sz="1600" b="0" i="0" kern="1200" dirty="0"/>
            <a:t>Es el mensaje que envía el usuario</a:t>
          </a:r>
          <a:endParaRPr lang="es-ES" sz="1600" kern="1200" dirty="0"/>
        </a:p>
        <a:p>
          <a:pPr marL="0" lvl="0" indent="0" algn="l" defTabSz="711200">
            <a:lnSpc>
              <a:spcPct val="100000"/>
            </a:lnSpc>
            <a:spcBef>
              <a:spcPct val="0"/>
            </a:spcBef>
            <a:spcAft>
              <a:spcPct val="35000"/>
            </a:spcAft>
            <a:buNone/>
          </a:pPr>
          <a:r>
            <a:rPr lang="es-ES" sz="1600" b="1" i="0" kern="1200" dirty="0"/>
            <a:t>Ejemplo:</a:t>
          </a:r>
          <a:r>
            <a:rPr lang="es-ES" sz="1600" b="0" i="0" kern="1200" dirty="0"/>
            <a:t> "¿Cómo hago una API REST con Spring Boot?"</a:t>
          </a:r>
          <a:endParaRPr lang="es-ES" sz="1600" kern="1200" dirty="0"/>
        </a:p>
      </dsp:txBody>
      <dsp:txXfrm>
        <a:off x="3015655" y="1798768"/>
        <a:ext cx="2565000" cy="1771755"/>
      </dsp:txXfrm>
    </dsp:sp>
    <dsp:sp modelId="{4561C328-7BD9-4A3B-8B43-18CCCB615188}">
      <dsp:nvSpPr>
        <dsp:cNvPr id="0" name=""/>
        <dsp:cNvSpPr/>
      </dsp:nvSpPr>
      <dsp:spPr>
        <a:xfrm>
          <a:off x="6029531" y="310912"/>
          <a:ext cx="897750" cy="8977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90A7CE8-14F4-4E47-99AE-7FFA2D258570}">
      <dsp:nvSpPr>
        <dsp:cNvPr id="0" name=""/>
        <dsp:cNvSpPr/>
      </dsp:nvSpPr>
      <dsp:spPr>
        <a:xfrm>
          <a:off x="6029531" y="1348826"/>
          <a:ext cx="2565000" cy="384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s-ES" sz="2400" b="1" i="0" kern="1200"/>
            <a:t>Assistant Message</a:t>
          </a:r>
          <a:endParaRPr lang="es-ES" sz="2400" kern="1200"/>
        </a:p>
      </dsp:txBody>
      <dsp:txXfrm>
        <a:off x="6029531" y="1348826"/>
        <a:ext cx="2565000" cy="384750"/>
      </dsp:txXfrm>
    </dsp:sp>
    <dsp:sp modelId="{AA3C0A1D-21CF-482C-BA8E-C488B099D192}">
      <dsp:nvSpPr>
        <dsp:cNvPr id="0" name=""/>
        <dsp:cNvSpPr/>
      </dsp:nvSpPr>
      <dsp:spPr>
        <a:xfrm>
          <a:off x="6029531" y="1798768"/>
          <a:ext cx="2565000" cy="1771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s-ES" sz="1600" b="0" i="0" kern="1200" dirty="0"/>
            <a:t>Es la respuesta generada por el modelo.</a:t>
          </a:r>
          <a:endParaRPr lang="es-ES" sz="1600" kern="1200" dirty="0"/>
        </a:p>
        <a:p>
          <a:pPr marL="0" lvl="0" indent="0" algn="l" defTabSz="711200">
            <a:lnSpc>
              <a:spcPct val="100000"/>
            </a:lnSpc>
            <a:spcBef>
              <a:spcPct val="0"/>
            </a:spcBef>
            <a:spcAft>
              <a:spcPct val="35000"/>
            </a:spcAft>
            <a:buNone/>
          </a:pPr>
          <a:r>
            <a:rPr lang="es-ES" sz="1600" b="1" i="0" kern="1200" dirty="0"/>
            <a:t>Ejemplo:</a:t>
          </a:r>
          <a:r>
            <a:rPr lang="es-ES" sz="1600" b="0" i="0" kern="1200" dirty="0"/>
            <a:t> "Puedes crear una API REST usando @</a:t>
          </a:r>
          <a:r>
            <a:rPr lang="es-ES" sz="1600" b="0" i="0" kern="1200" dirty="0" err="1"/>
            <a:t>RestController</a:t>
          </a:r>
          <a:r>
            <a:rPr lang="es-ES" sz="1600" b="0" i="0" kern="1200" dirty="0"/>
            <a:t>..."</a:t>
          </a:r>
          <a:endParaRPr lang="es-ES" sz="1600" kern="1200" dirty="0"/>
        </a:p>
      </dsp:txBody>
      <dsp:txXfrm>
        <a:off x="6029531" y="1798768"/>
        <a:ext cx="2565000" cy="17717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2C8A90-4DBF-4977-B9CB-16DA73250928}">
      <dsp:nvSpPr>
        <dsp:cNvPr id="0" name=""/>
        <dsp:cNvSpPr/>
      </dsp:nvSpPr>
      <dsp:spPr>
        <a:xfrm>
          <a:off x="3890" y="334792"/>
          <a:ext cx="1382062" cy="1382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9DD683B-4CC5-422B-B5FF-6C4E1BAF3AED}">
      <dsp:nvSpPr>
        <dsp:cNvPr id="0" name=""/>
        <dsp:cNvSpPr/>
      </dsp:nvSpPr>
      <dsp:spPr>
        <a:xfrm>
          <a:off x="3890" y="1854964"/>
          <a:ext cx="3948750" cy="592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s-ES" sz="2400" b="1" i="0" kern="1200" dirty="0" err="1"/>
            <a:t>Function</a:t>
          </a:r>
          <a:r>
            <a:rPr lang="es-ES" sz="2400" b="1" i="0" kern="1200" dirty="0"/>
            <a:t> / Tool </a:t>
          </a:r>
          <a:r>
            <a:rPr lang="es-ES" sz="2400" b="1" i="0" kern="1200" dirty="0" err="1"/>
            <a:t>Message</a:t>
          </a:r>
          <a:endParaRPr lang="es-ES" sz="2400" kern="1200" dirty="0"/>
        </a:p>
      </dsp:txBody>
      <dsp:txXfrm>
        <a:off x="3890" y="1854964"/>
        <a:ext cx="3948750" cy="592312"/>
      </dsp:txXfrm>
    </dsp:sp>
    <dsp:sp modelId="{F5A3DD29-162A-4D5D-912D-17FDAE60FFCC}">
      <dsp:nvSpPr>
        <dsp:cNvPr id="0" name=""/>
        <dsp:cNvSpPr/>
      </dsp:nvSpPr>
      <dsp:spPr>
        <a:xfrm>
          <a:off x="3890" y="2511514"/>
          <a:ext cx="3948750" cy="1035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s-ES" sz="1600" b="0" i="0" kern="1200" dirty="0"/>
            <a:t>Se usa cuando el modelo interactúa con funciones externas o herramientas.</a:t>
          </a:r>
          <a:endParaRPr lang="es-ES" sz="1600" kern="1200" dirty="0"/>
        </a:p>
        <a:p>
          <a:pPr marL="0" lvl="0" indent="0" algn="l" defTabSz="711200">
            <a:lnSpc>
              <a:spcPct val="100000"/>
            </a:lnSpc>
            <a:spcBef>
              <a:spcPct val="0"/>
            </a:spcBef>
            <a:spcAft>
              <a:spcPct val="35000"/>
            </a:spcAft>
            <a:buNone/>
          </a:pPr>
          <a:r>
            <a:rPr lang="es-ES" sz="1600" b="1" i="0" kern="1200" dirty="0"/>
            <a:t>Ejemplo:</a:t>
          </a:r>
          <a:r>
            <a:rPr lang="es-ES" sz="1600" b="0" i="0" kern="1200" dirty="0"/>
            <a:t> Resultado de una llamada a una API o función.</a:t>
          </a:r>
          <a:endParaRPr lang="es-ES" sz="1600" kern="1200" dirty="0"/>
        </a:p>
      </dsp:txBody>
      <dsp:txXfrm>
        <a:off x="3890" y="2511514"/>
        <a:ext cx="3948750" cy="1035129"/>
      </dsp:txXfrm>
    </dsp:sp>
    <dsp:sp modelId="{60B5912C-722A-4D85-84CC-3C2EBA2E643E}">
      <dsp:nvSpPr>
        <dsp:cNvPr id="0" name=""/>
        <dsp:cNvSpPr/>
      </dsp:nvSpPr>
      <dsp:spPr>
        <a:xfrm>
          <a:off x="4643671" y="334792"/>
          <a:ext cx="1382062" cy="1382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24BA74C-884E-4246-9554-42F4E0D49A1F}">
      <dsp:nvSpPr>
        <dsp:cNvPr id="0" name=""/>
        <dsp:cNvSpPr/>
      </dsp:nvSpPr>
      <dsp:spPr>
        <a:xfrm>
          <a:off x="4643671" y="1854964"/>
          <a:ext cx="3948750" cy="592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s-ES" sz="2400" b="1" i="0" kern="1200" dirty="0" err="1"/>
            <a:t>Context</a:t>
          </a:r>
          <a:r>
            <a:rPr lang="es-ES" sz="2400" b="1" i="0" kern="1200" dirty="0"/>
            <a:t> / </a:t>
          </a:r>
          <a:r>
            <a:rPr lang="es-ES" sz="2400" b="1" i="0" kern="1200" dirty="0" err="1"/>
            <a:t>History</a:t>
          </a:r>
          <a:r>
            <a:rPr lang="es-ES" sz="2400" b="1" i="0" kern="1200" dirty="0"/>
            <a:t> </a:t>
          </a:r>
          <a:r>
            <a:rPr lang="es-ES" sz="2400" b="1" i="0" kern="1200" dirty="0" err="1"/>
            <a:t>Messages</a:t>
          </a:r>
          <a:endParaRPr lang="es-ES" sz="2400" kern="1200" dirty="0"/>
        </a:p>
      </dsp:txBody>
      <dsp:txXfrm>
        <a:off x="4643671" y="1854964"/>
        <a:ext cx="3948750" cy="592312"/>
      </dsp:txXfrm>
    </dsp:sp>
    <dsp:sp modelId="{996CB981-3C72-4739-AC94-4214719D23A4}">
      <dsp:nvSpPr>
        <dsp:cNvPr id="0" name=""/>
        <dsp:cNvSpPr/>
      </dsp:nvSpPr>
      <dsp:spPr>
        <a:xfrm>
          <a:off x="4643671" y="2511514"/>
          <a:ext cx="3948750" cy="1035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s-ES" sz="1600" b="0" i="0" kern="1200" dirty="0"/>
            <a:t>Representa el historial de la conversación. Permite mantener el contexto entre interacciones.</a:t>
          </a:r>
          <a:endParaRPr lang="es-ES" sz="1600" kern="1200" dirty="0"/>
        </a:p>
      </dsp:txBody>
      <dsp:txXfrm>
        <a:off x="4643671" y="2511514"/>
        <a:ext cx="3948750" cy="10351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42BC2-3A40-C74D-B949-DFA24289FAF1}">
      <dsp:nvSpPr>
        <dsp:cNvPr id="0" name=""/>
        <dsp:cNvSpPr/>
      </dsp:nvSpPr>
      <dsp:spPr>
        <a:xfrm>
          <a:off x="1049" y="576510"/>
          <a:ext cx="3683386" cy="233895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871D3A-8A6E-D74A-9515-6D4884B7DD08}">
      <dsp:nvSpPr>
        <dsp:cNvPr id="0" name=""/>
        <dsp:cNvSpPr/>
      </dsp:nvSpPr>
      <dsp:spPr>
        <a:xfrm>
          <a:off x="410314" y="965312"/>
          <a:ext cx="3683386" cy="233895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 sz="1600" kern="1200" dirty="0"/>
            <a:t>Básicamente con chat </a:t>
          </a:r>
          <a:r>
            <a:rPr lang="es-ES" sz="1600" kern="1200" dirty="0" err="1"/>
            <a:t>client</a:t>
          </a:r>
          <a:r>
            <a:rPr lang="es-ES" sz="1600" kern="1200" dirty="0"/>
            <a:t> API tenemos una forma sencilla de interactuar con nuestros modelos y enviar mensajes al modelo al que estemos conectado y recibir la respuesta</a:t>
          </a:r>
          <a:endParaRPr lang="en-US" sz="1600" kern="1200" dirty="0"/>
        </a:p>
      </dsp:txBody>
      <dsp:txXfrm>
        <a:off x="478820" y="1033818"/>
        <a:ext cx="3546374" cy="2201938"/>
      </dsp:txXfrm>
    </dsp:sp>
    <dsp:sp modelId="{A6C6FF0C-79BF-CB4D-A003-C6BD1BC35A5C}">
      <dsp:nvSpPr>
        <dsp:cNvPr id="0" name=""/>
        <dsp:cNvSpPr/>
      </dsp:nvSpPr>
      <dsp:spPr>
        <a:xfrm>
          <a:off x="4502966" y="576510"/>
          <a:ext cx="3683386" cy="233895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557636-CEFD-2441-9E14-0F531CCFA9BF}">
      <dsp:nvSpPr>
        <dsp:cNvPr id="0" name=""/>
        <dsp:cNvSpPr/>
      </dsp:nvSpPr>
      <dsp:spPr>
        <a:xfrm>
          <a:off x="4912231" y="965312"/>
          <a:ext cx="3683386" cy="233895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 sz="1600" kern="1200" dirty="0"/>
            <a:t>Podemos definir un </a:t>
          </a:r>
          <a:r>
            <a:rPr lang="es-ES" sz="1600" kern="1200" dirty="0" err="1"/>
            <a:t>chatClient</a:t>
          </a:r>
          <a:r>
            <a:rPr lang="es-ES" sz="1600" kern="1200" dirty="0"/>
            <a:t> con opción por defecto ya de sistema para indicarle que se centre en una tarea </a:t>
          </a:r>
          <a:endParaRPr lang="en-US" sz="1600" kern="1200" dirty="0"/>
        </a:p>
      </dsp:txBody>
      <dsp:txXfrm>
        <a:off x="4980737" y="1033818"/>
        <a:ext cx="3546374" cy="22019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F198D6-4B94-4565-9402-2CD268D9FB75}">
      <dsp:nvSpPr>
        <dsp:cNvPr id="0" name=""/>
        <dsp:cNvSpPr/>
      </dsp:nvSpPr>
      <dsp:spPr>
        <a:xfrm>
          <a:off x="99728" y="1384542"/>
          <a:ext cx="1111687" cy="11116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0B9240-3E64-4686-AE9F-4971E1474C54}">
      <dsp:nvSpPr>
        <dsp:cNvPr id="0" name=""/>
        <dsp:cNvSpPr/>
      </dsp:nvSpPr>
      <dsp:spPr>
        <a:xfrm>
          <a:off x="333182" y="1617997"/>
          <a:ext cx="644778" cy="6447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D0A6EF3-04E0-444E-97B1-77792AB97672}">
      <dsp:nvSpPr>
        <dsp:cNvPr id="0" name=""/>
        <dsp:cNvSpPr/>
      </dsp:nvSpPr>
      <dsp:spPr>
        <a:xfrm>
          <a:off x="1449634" y="1384542"/>
          <a:ext cx="2620406" cy="1111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kern="1200" dirty="0"/>
            <a:t>Síncrono, se realiza la llamada y se espera la respuesta completa</a:t>
          </a:r>
          <a:endParaRPr lang="en-US" sz="1100" kern="1200" dirty="0"/>
        </a:p>
      </dsp:txBody>
      <dsp:txXfrm>
        <a:off x="1449634" y="1384542"/>
        <a:ext cx="2620406" cy="1111687"/>
      </dsp:txXfrm>
    </dsp:sp>
    <dsp:sp modelId="{CFB3B639-E23C-4E33-91E9-4A4717D8E1CF}">
      <dsp:nvSpPr>
        <dsp:cNvPr id="0" name=""/>
        <dsp:cNvSpPr/>
      </dsp:nvSpPr>
      <dsp:spPr>
        <a:xfrm>
          <a:off x="4526626" y="1384542"/>
          <a:ext cx="1111687" cy="11116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B5D312-A8CD-4D63-B7AD-FF2D9A3A4E6A}">
      <dsp:nvSpPr>
        <dsp:cNvPr id="0" name=""/>
        <dsp:cNvSpPr/>
      </dsp:nvSpPr>
      <dsp:spPr>
        <a:xfrm>
          <a:off x="4760081" y="1617997"/>
          <a:ext cx="644778" cy="6447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B975C7E-5314-400D-85BE-EB5AB52816F9}">
      <dsp:nvSpPr>
        <dsp:cNvPr id="0" name=""/>
        <dsp:cNvSpPr/>
      </dsp:nvSpPr>
      <dsp:spPr>
        <a:xfrm>
          <a:off x="5876533" y="1384542"/>
          <a:ext cx="2620406" cy="1111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kern="1200" dirty="0" err="1"/>
            <a:t>Streaming</a:t>
          </a:r>
          <a:r>
            <a:rPr lang="es-ES" sz="1100" kern="1200" dirty="0"/>
            <a:t> (SSE), se realiza la llamada y se van recogiendo los tokens que devuelve el modelo hasta que termina. En este modo no hay por que bloquear, podemos llamar sin bloquear desde </a:t>
          </a:r>
          <a:r>
            <a:rPr lang="es-ES" sz="1100" kern="1200" dirty="0" err="1"/>
            <a:t>rest</a:t>
          </a:r>
          <a:r>
            <a:rPr lang="es-ES" sz="1100" kern="1200" dirty="0"/>
            <a:t> </a:t>
          </a:r>
          <a:r>
            <a:rPr lang="es-ES" sz="1100" kern="1200" dirty="0" err="1"/>
            <a:t>controller</a:t>
          </a:r>
          <a:r>
            <a:rPr lang="es-ES" sz="1100" kern="1200" dirty="0"/>
            <a:t> hasta adaptador de modelo y </a:t>
          </a:r>
          <a:r>
            <a:rPr lang="es-ES" sz="1100" kern="1200" dirty="0" err="1"/>
            <a:t>asi</a:t>
          </a:r>
          <a:r>
            <a:rPr lang="es-ES" sz="1100" kern="1200" dirty="0"/>
            <a:t> el destino, por ejemplo </a:t>
          </a:r>
          <a:r>
            <a:rPr lang="es-ES" sz="1100" kern="1200" dirty="0" err="1"/>
            <a:t>front</a:t>
          </a:r>
          <a:r>
            <a:rPr lang="es-ES" sz="1100" kern="1200" dirty="0"/>
            <a:t> puede ir pintando datos. A tener en cuenta es una conexión HTTP que no se cierra, tenerlo en cuenta para posibles cortes originados por </a:t>
          </a:r>
          <a:r>
            <a:rPr lang="es-ES" sz="1100" kern="1200" dirty="0" err="1"/>
            <a:t>envoy</a:t>
          </a:r>
          <a:r>
            <a:rPr lang="es-ES" sz="1100" kern="1200" dirty="0"/>
            <a:t> o similares</a:t>
          </a:r>
          <a:endParaRPr lang="en-US" sz="1100" kern="1200" dirty="0"/>
        </a:p>
      </dsp:txBody>
      <dsp:txXfrm>
        <a:off x="5876533" y="1384542"/>
        <a:ext cx="2620406" cy="11116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3E23F9-49F7-4182-AB3E-9B07A039DE93}">
      <dsp:nvSpPr>
        <dsp:cNvPr id="0" name=""/>
        <dsp:cNvSpPr/>
      </dsp:nvSpPr>
      <dsp:spPr>
        <a:xfrm>
          <a:off x="1108255" y="411294"/>
          <a:ext cx="1766812" cy="1766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1401B48-EB71-4A33-89F8-778497829DCA}">
      <dsp:nvSpPr>
        <dsp:cNvPr id="0" name=""/>
        <dsp:cNvSpPr/>
      </dsp:nvSpPr>
      <dsp:spPr>
        <a:xfrm>
          <a:off x="28537" y="2636978"/>
          <a:ext cx="3926250" cy="83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dirty="0"/>
            <a:t>Básicamente, el chat </a:t>
          </a:r>
          <a:r>
            <a:rPr lang="es-ES" sz="1100" kern="1200" dirty="0" err="1"/>
            <a:t>memory</a:t>
          </a:r>
          <a:r>
            <a:rPr lang="es-ES" sz="1100" kern="1200" dirty="0"/>
            <a:t> es una clase que se encarga de almacenar el historial de la conversación. Esto es útil para que el modelo de lenguaje pueda tener contexto sobre lo que se ha hablado anteriormente y pueda generar respuestas más coherentes</a:t>
          </a:r>
          <a:endParaRPr lang="en-US" sz="1100" kern="1200" dirty="0"/>
        </a:p>
      </dsp:txBody>
      <dsp:txXfrm>
        <a:off x="28537" y="2636978"/>
        <a:ext cx="3926250" cy="832500"/>
      </dsp:txXfrm>
    </dsp:sp>
    <dsp:sp modelId="{7FF115ED-C23A-4BF7-8A52-DE2BC60F860B}">
      <dsp:nvSpPr>
        <dsp:cNvPr id="0" name=""/>
        <dsp:cNvSpPr/>
      </dsp:nvSpPr>
      <dsp:spPr>
        <a:xfrm>
          <a:off x="5721599" y="411294"/>
          <a:ext cx="1766812" cy="1766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AE945F0-896B-43DC-90B4-579FEC1ED9B4}">
      <dsp:nvSpPr>
        <dsp:cNvPr id="0" name=""/>
        <dsp:cNvSpPr/>
      </dsp:nvSpPr>
      <dsp:spPr>
        <a:xfrm>
          <a:off x="4641880" y="2636978"/>
          <a:ext cx="3926250" cy="83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a:t>Tenemos tipos de base de datos relacionales tipo PostgreSQL, MySQL, etc. y no relacionales tipo MongoDB, Cassandra, Neo4j</a:t>
          </a:r>
          <a:endParaRPr lang="en-US" sz="1100" kern="1200"/>
        </a:p>
      </dsp:txBody>
      <dsp:txXfrm>
        <a:off x="4641880" y="2636978"/>
        <a:ext cx="3926250" cy="8325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161B2-D80A-4311-BDC2-9E7530ED93DC}">
      <dsp:nvSpPr>
        <dsp:cNvPr id="0" name=""/>
        <dsp:cNvSpPr/>
      </dsp:nvSpPr>
      <dsp:spPr>
        <a:xfrm>
          <a:off x="1108255" y="477549"/>
          <a:ext cx="1766812" cy="1766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DCBCE94-934F-4361-8D20-726D88AC2776}">
      <dsp:nvSpPr>
        <dsp:cNvPr id="0" name=""/>
        <dsp:cNvSpPr/>
      </dsp:nvSpPr>
      <dsp:spPr>
        <a:xfrm>
          <a:off x="28537" y="2683223"/>
          <a:ext cx="392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s-ES" sz="1200" kern="1200"/>
            <a:t>Configuración</a:t>
          </a:r>
          <a:endParaRPr lang="en-US" sz="1200" kern="1200"/>
        </a:p>
      </dsp:txBody>
      <dsp:txXfrm>
        <a:off x="28537" y="2683223"/>
        <a:ext cx="3926250" cy="720000"/>
      </dsp:txXfrm>
    </dsp:sp>
    <dsp:sp modelId="{7944A039-2F50-429E-939A-25493D5FF827}">
      <dsp:nvSpPr>
        <dsp:cNvPr id="0" name=""/>
        <dsp:cNvSpPr/>
      </dsp:nvSpPr>
      <dsp:spPr>
        <a:xfrm>
          <a:off x="5721599" y="477549"/>
          <a:ext cx="1766812" cy="1766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07C425F-E6E3-4DAF-B08E-CEE08E4900B8}">
      <dsp:nvSpPr>
        <dsp:cNvPr id="0" name=""/>
        <dsp:cNvSpPr/>
      </dsp:nvSpPr>
      <dsp:spPr>
        <a:xfrm>
          <a:off x="4641880" y="2683223"/>
          <a:ext cx="392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s-ES" sz="1200" b="1" kern="1200"/>
            <a:t>Advisors, </a:t>
          </a:r>
          <a:r>
            <a:rPr lang="es-ES" sz="1200" kern="1200"/>
            <a:t>interceptores que podemos configurar para interactuar y modificar las intereaciones con los mensajes. Ejemplos de uso para guardar el histórico de mensajes, o para pintar log</a:t>
          </a:r>
          <a:endParaRPr lang="en-US" sz="1200" kern="1200"/>
        </a:p>
      </dsp:txBody>
      <dsp:txXfrm>
        <a:off x="4641880" y="2683223"/>
        <a:ext cx="3926250"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B52F5A-B5B3-4E4C-9FB0-448B2539D34F}">
      <dsp:nvSpPr>
        <dsp:cNvPr id="0" name=""/>
        <dsp:cNvSpPr/>
      </dsp:nvSpPr>
      <dsp:spPr>
        <a:xfrm>
          <a:off x="419237" y="1042024"/>
          <a:ext cx="677900" cy="6779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20D0C9E-570F-474A-B3A2-F866194D36FE}">
      <dsp:nvSpPr>
        <dsp:cNvPr id="0" name=""/>
        <dsp:cNvSpPr/>
      </dsp:nvSpPr>
      <dsp:spPr>
        <a:xfrm>
          <a:off x="4964" y="1989607"/>
          <a:ext cx="1506445" cy="849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dirty="0"/>
            <a:t>Protocolo estándar para que los modelos de IA puedan interactuar con herramientas o recursos de una forma estructurada. </a:t>
          </a:r>
          <a:endParaRPr lang="en-US" sz="1100" kern="1200" dirty="0"/>
        </a:p>
      </dsp:txBody>
      <dsp:txXfrm>
        <a:off x="4964" y="1989607"/>
        <a:ext cx="1506445" cy="849140"/>
      </dsp:txXfrm>
    </dsp:sp>
    <dsp:sp modelId="{0990EBD6-4218-4DC1-9A9A-980F12006D75}">
      <dsp:nvSpPr>
        <dsp:cNvPr id="0" name=""/>
        <dsp:cNvSpPr/>
      </dsp:nvSpPr>
      <dsp:spPr>
        <a:xfrm>
          <a:off x="2189310" y="1042024"/>
          <a:ext cx="677900" cy="6779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CF704BD-8E9E-4378-A50E-46171A3C2492}">
      <dsp:nvSpPr>
        <dsp:cNvPr id="0" name=""/>
        <dsp:cNvSpPr/>
      </dsp:nvSpPr>
      <dsp:spPr>
        <a:xfrm>
          <a:off x="1775038" y="1989607"/>
          <a:ext cx="1506445" cy="849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dirty="0"/>
            <a:t>Cliente, es quien va a hacer uso de los servidores MCP que </a:t>
          </a:r>
          <a:r>
            <a:rPr lang="es-ES" sz="1100" kern="1200" dirty="0" err="1"/>
            <a:t>ofrence</a:t>
          </a:r>
          <a:r>
            <a:rPr lang="es-ES" sz="1100" kern="1200" dirty="0"/>
            <a:t> las </a:t>
          </a:r>
          <a:r>
            <a:rPr lang="es-ES" sz="1100" kern="1200" dirty="0" err="1"/>
            <a:t>tools</a:t>
          </a:r>
          <a:endParaRPr lang="en-US" sz="1100" kern="1200" dirty="0"/>
        </a:p>
      </dsp:txBody>
      <dsp:txXfrm>
        <a:off x="1775038" y="1989607"/>
        <a:ext cx="1506445" cy="849140"/>
      </dsp:txXfrm>
    </dsp:sp>
    <dsp:sp modelId="{B7CB8A74-0E3A-4A9A-8516-34FC903E8F16}">
      <dsp:nvSpPr>
        <dsp:cNvPr id="0" name=""/>
        <dsp:cNvSpPr/>
      </dsp:nvSpPr>
      <dsp:spPr>
        <a:xfrm>
          <a:off x="3959383" y="1042024"/>
          <a:ext cx="677900" cy="6779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3EE565E-E5B5-4062-B06E-3D64CD46D3E0}">
      <dsp:nvSpPr>
        <dsp:cNvPr id="0" name=""/>
        <dsp:cNvSpPr/>
      </dsp:nvSpPr>
      <dsp:spPr>
        <a:xfrm>
          <a:off x="3545111" y="1989607"/>
          <a:ext cx="1506445" cy="849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dirty="0"/>
            <a:t>Servidor, son las </a:t>
          </a:r>
          <a:r>
            <a:rPr lang="es-ES" sz="1100" kern="1200" dirty="0" err="1"/>
            <a:t>tools</a:t>
          </a:r>
          <a:r>
            <a:rPr lang="es-ES" sz="1100" kern="1200" dirty="0"/>
            <a:t> o </a:t>
          </a:r>
          <a:r>
            <a:rPr lang="es-ES" sz="1100" kern="1200" dirty="0" err="1"/>
            <a:t>resources</a:t>
          </a:r>
          <a:r>
            <a:rPr lang="es-ES" sz="1100" kern="1200" dirty="0"/>
            <a:t> con los que queremos interactuar</a:t>
          </a:r>
          <a:endParaRPr lang="en-US" sz="1100" kern="1200" dirty="0"/>
        </a:p>
      </dsp:txBody>
      <dsp:txXfrm>
        <a:off x="3545111" y="1989607"/>
        <a:ext cx="1506445" cy="849140"/>
      </dsp:txXfrm>
    </dsp:sp>
    <dsp:sp modelId="{DF8BEF60-4648-44C3-87A7-6C28FD0D9AA0}">
      <dsp:nvSpPr>
        <dsp:cNvPr id="0" name=""/>
        <dsp:cNvSpPr/>
      </dsp:nvSpPr>
      <dsp:spPr>
        <a:xfrm>
          <a:off x="5729457" y="1042024"/>
          <a:ext cx="677900" cy="6779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2CB845D-7A9E-47A2-B730-98688F02C2FC}">
      <dsp:nvSpPr>
        <dsp:cNvPr id="0" name=""/>
        <dsp:cNvSpPr/>
      </dsp:nvSpPr>
      <dsp:spPr>
        <a:xfrm>
          <a:off x="5315184" y="1989607"/>
          <a:ext cx="1506445" cy="849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a:t>Anotaciones: para simplificar la creación de clientes MCP</a:t>
          </a:r>
          <a:endParaRPr lang="en-US" sz="1100" kern="1200"/>
        </a:p>
      </dsp:txBody>
      <dsp:txXfrm>
        <a:off x="5315184" y="1989607"/>
        <a:ext cx="1506445" cy="849140"/>
      </dsp:txXfrm>
    </dsp:sp>
    <dsp:sp modelId="{E00D9273-233D-4A68-9A05-92B9A2615F04}">
      <dsp:nvSpPr>
        <dsp:cNvPr id="0" name=""/>
        <dsp:cNvSpPr/>
      </dsp:nvSpPr>
      <dsp:spPr>
        <a:xfrm>
          <a:off x="7499530" y="1042024"/>
          <a:ext cx="677900" cy="6779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A4BEE31-31A0-4ECD-9905-7CDC8BCACD60}">
      <dsp:nvSpPr>
        <dsp:cNvPr id="0" name=""/>
        <dsp:cNvSpPr/>
      </dsp:nvSpPr>
      <dsp:spPr>
        <a:xfrm>
          <a:off x="7085257" y="1989607"/>
          <a:ext cx="1506445" cy="849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a:t>⚠️ </a:t>
          </a:r>
          <a:r>
            <a:rPr lang="es-ES" sz="1100" b="1" kern="1200"/>
            <a:t>Warning:</a:t>
          </a:r>
          <a:r>
            <a:rPr lang="es-ES" sz="1100" kern="1200"/>
            <a:t> Si en el lado del cliente, le indicas un modelo que sea malo, no es capaz de determinar bien las tools y las estará utilizando todo el rato</a:t>
          </a:r>
          <a:endParaRPr lang="en-US" sz="1100" kern="1200"/>
        </a:p>
      </dsp:txBody>
      <dsp:txXfrm>
        <a:off x="7085257" y="1989607"/>
        <a:ext cx="1506445" cy="8491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19C2BF-AC50-47F6-ACAE-F54572EEBF50}">
      <dsp:nvSpPr>
        <dsp:cNvPr id="0" name=""/>
        <dsp:cNvSpPr/>
      </dsp:nvSpPr>
      <dsp:spPr>
        <a:xfrm>
          <a:off x="1091242" y="166274"/>
          <a:ext cx="666035" cy="6660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65C24D4-580B-4A9F-9F52-8324B5680D1B}">
      <dsp:nvSpPr>
        <dsp:cNvPr id="0" name=""/>
        <dsp:cNvSpPr/>
      </dsp:nvSpPr>
      <dsp:spPr>
        <a:xfrm>
          <a:off x="684221" y="1070840"/>
          <a:ext cx="1480078" cy="684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a:t>Es el que ofrece el servicio, es decir tool o resource</a:t>
          </a:r>
          <a:endParaRPr lang="en-US" sz="1100" kern="1200"/>
        </a:p>
      </dsp:txBody>
      <dsp:txXfrm>
        <a:off x="684221" y="1070840"/>
        <a:ext cx="1480078" cy="684536"/>
      </dsp:txXfrm>
    </dsp:sp>
    <dsp:sp modelId="{87530C05-07C3-4425-9B1F-13658FC5BC20}">
      <dsp:nvSpPr>
        <dsp:cNvPr id="0" name=""/>
        <dsp:cNvSpPr/>
      </dsp:nvSpPr>
      <dsp:spPr>
        <a:xfrm>
          <a:off x="2830334" y="166274"/>
          <a:ext cx="666035" cy="6660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037243F-6135-4993-BCF3-B3707A4128E2}">
      <dsp:nvSpPr>
        <dsp:cNvPr id="0" name=""/>
        <dsp:cNvSpPr/>
      </dsp:nvSpPr>
      <dsp:spPr>
        <a:xfrm>
          <a:off x="2423312" y="1070840"/>
          <a:ext cx="1480078" cy="684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a:t>Permite el uso de anotaciones para indicar que es una tool y los parámetros que necesita dicha “tool”</a:t>
          </a:r>
          <a:endParaRPr lang="en-US" sz="1100" kern="1200"/>
        </a:p>
      </dsp:txBody>
      <dsp:txXfrm>
        <a:off x="2423312" y="1070840"/>
        <a:ext cx="1480078" cy="684536"/>
      </dsp:txXfrm>
    </dsp:sp>
    <dsp:sp modelId="{91B94884-4259-42A6-A93E-09B4FC6B029B}">
      <dsp:nvSpPr>
        <dsp:cNvPr id="0" name=""/>
        <dsp:cNvSpPr/>
      </dsp:nvSpPr>
      <dsp:spPr>
        <a:xfrm>
          <a:off x="1960788" y="2125396"/>
          <a:ext cx="666035" cy="6660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800FC13-16FC-4D4C-9406-2009B963D62A}">
      <dsp:nvSpPr>
        <dsp:cNvPr id="0" name=""/>
        <dsp:cNvSpPr/>
      </dsp:nvSpPr>
      <dsp:spPr>
        <a:xfrm>
          <a:off x="1553766" y="3029962"/>
          <a:ext cx="1480078" cy="684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a:t>Se puede configurar para autodescubrimiento de “tolos” y genere los endpoints y metadatos específicos para las “tolos”</a:t>
          </a:r>
          <a:endParaRPr lang="en-US" sz="1100" kern="1200"/>
        </a:p>
      </dsp:txBody>
      <dsp:txXfrm>
        <a:off x="1553766" y="3029962"/>
        <a:ext cx="1480078" cy="68453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A2A2EB-E129-4FAB-9D1E-AD760A4B0EF8}">
      <dsp:nvSpPr>
        <dsp:cNvPr id="0" name=""/>
        <dsp:cNvSpPr/>
      </dsp:nvSpPr>
      <dsp:spPr>
        <a:xfrm>
          <a:off x="1108255" y="477549"/>
          <a:ext cx="1766812" cy="1766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E9159AD-BCBF-43BB-926E-0319F083EB4D}">
      <dsp:nvSpPr>
        <dsp:cNvPr id="0" name=""/>
        <dsp:cNvSpPr/>
      </dsp:nvSpPr>
      <dsp:spPr>
        <a:xfrm>
          <a:off x="28537" y="2683223"/>
          <a:ext cx="392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a:t>Una base de datos de vectores es un sistema diseñado para almacenar embeddings (representaciones numéricas de datos como texto, imágenes o audio) y realizar búsquedas eficientes por similitud entre ellos mediante métricas matemáticas.</a:t>
          </a:r>
          <a:endParaRPr lang="en-US" sz="1100" kern="1200"/>
        </a:p>
      </dsp:txBody>
      <dsp:txXfrm>
        <a:off x="28537" y="2683223"/>
        <a:ext cx="3926250" cy="720000"/>
      </dsp:txXfrm>
    </dsp:sp>
    <dsp:sp modelId="{C3B49DA2-AD5E-4B8B-9284-D4D1EEC3C2B8}">
      <dsp:nvSpPr>
        <dsp:cNvPr id="0" name=""/>
        <dsp:cNvSpPr/>
      </dsp:nvSpPr>
      <dsp:spPr>
        <a:xfrm>
          <a:off x="5721599" y="477549"/>
          <a:ext cx="1766812" cy="1766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35563F8-364E-4DCE-861F-02ECA11CA740}">
      <dsp:nvSpPr>
        <dsp:cNvPr id="0" name=""/>
        <dsp:cNvSpPr/>
      </dsp:nvSpPr>
      <dsp:spPr>
        <a:xfrm>
          <a:off x="4641880" y="2683223"/>
          <a:ext cx="392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dirty="0"/>
            <a:t>En esta demostración vamos a probar </a:t>
          </a:r>
          <a:r>
            <a:rPr lang="es-ES" sz="1100" kern="1200" dirty="0">
              <a:hlinkClick xmlns:r="http://schemas.openxmlformats.org/officeDocument/2006/relationships" r:id="rId3"/>
            </a:rPr>
            <a:t>PGvector</a:t>
          </a:r>
          <a:r>
            <a:rPr lang="es-ES" sz="1100" kern="1200" dirty="0"/>
            <a:t> que es una extensión de </a:t>
          </a:r>
          <a:r>
            <a:rPr lang="es-ES" sz="1100" kern="1200" dirty="0" err="1"/>
            <a:t>postgres</a:t>
          </a:r>
          <a:r>
            <a:rPr lang="es-ES" sz="1100" kern="1200" dirty="0"/>
            <a:t> para poder tener datos vectoriales</a:t>
          </a:r>
          <a:endParaRPr lang="en-US" sz="1100" kern="1200" dirty="0"/>
        </a:p>
      </dsp:txBody>
      <dsp:txXfrm>
        <a:off x="4641880" y="2683223"/>
        <a:ext cx="3926250" cy="7200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3489CA-0985-48B4-BCED-80AAA3C25E27}">
      <dsp:nvSpPr>
        <dsp:cNvPr id="0" name=""/>
        <dsp:cNvSpPr/>
      </dsp:nvSpPr>
      <dsp:spPr>
        <a:xfrm>
          <a:off x="886271" y="560599"/>
          <a:ext cx="1096734" cy="10967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E0E356A-7E82-41B9-A613-7308D2D68E2D}">
      <dsp:nvSpPr>
        <dsp:cNvPr id="0" name=""/>
        <dsp:cNvSpPr/>
      </dsp:nvSpPr>
      <dsp:spPr>
        <a:xfrm>
          <a:off x="216044" y="2071423"/>
          <a:ext cx="2437187" cy="1248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a:t>Divide los vectores en </a:t>
          </a:r>
          <a:r>
            <a:rPr lang="es-ES" sz="1100" b="1" kern="1200"/>
            <a:t>listas (clusters)</a:t>
          </a:r>
          <a:r>
            <a:rPr lang="es-ES" sz="1100" kern="1200"/>
            <a:t> mediante k-means y busca solo en las más cercanas al query.</a:t>
          </a:r>
          <a:endParaRPr lang="en-US" sz="1100" kern="1200"/>
        </a:p>
      </dsp:txBody>
      <dsp:txXfrm>
        <a:off x="216044" y="2071423"/>
        <a:ext cx="2437187" cy="1248750"/>
      </dsp:txXfrm>
    </dsp:sp>
    <dsp:sp modelId="{0DB8CA24-3E81-4FBE-B4B6-6E65DD0C96EA}">
      <dsp:nvSpPr>
        <dsp:cNvPr id="0" name=""/>
        <dsp:cNvSpPr/>
      </dsp:nvSpPr>
      <dsp:spPr>
        <a:xfrm>
          <a:off x="3749966" y="560599"/>
          <a:ext cx="1096734" cy="10967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F13D04B-E175-456E-BEA7-007B3E370E2A}">
      <dsp:nvSpPr>
        <dsp:cNvPr id="0" name=""/>
        <dsp:cNvSpPr/>
      </dsp:nvSpPr>
      <dsp:spPr>
        <a:xfrm>
          <a:off x="3079740" y="2071423"/>
          <a:ext cx="2437187" cy="1248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b="1" kern="1200" dirty="0"/>
            <a:t>Parámetros clave</a:t>
          </a:r>
        </a:p>
        <a:p>
          <a:pPr marL="0" lvl="0" indent="0" algn="l" defTabSz="488950">
            <a:lnSpc>
              <a:spcPct val="100000"/>
            </a:lnSpc>
            <a:spcBef>
              <a:spcPct val="0"/>
            </a:spcBef>
            <a:spcAft>
              <a:spcPct val="35000"/>
            </a:spcAft>
            <a:buNone/>
          </a:pPr>
          <a:r>
            <a:rPr lang="es-ES" sz="1100" kern="1200" dirty="0"/>
            <a:t>- </a:t>
          </a:r>
          <a:r>
            <a:rPr lang="es-ES" sz="1100" b="1" kern="1200" dirty="0" err="1"/>
            <a:t>lists</a:t>
          </a:r>
          <a:r>
            <a:rPr lang="es-ES" sz="1100" kern="1200" dirty="0"/>
            <a:t> = número de </a:t>
          </a:r>
          <a:r>
            <a:rPr lang="es-ES" sz="1100" kern="1200" dirty="0" err="1"/>
            <a:t>clusters</a:t>
          </a:r>
          <a:r>
            <a:rPr lang="es-ES" sz="1100" kern="1200" dirty="0"/>
            <a:t> (recomendado: </a:t>
          </a:r>
          <a:r>
            <a:rPr lang="es-ES" sz="1100" kern="1200" dirty="0" err="1"/>
            <a:t>rows</a:t>
          </a:r>
          <a:r>
            <a:rPr lang="es-ES" sz="1100" kern="1200" dirty="0"/>
            <a:t> / 1000 para hasta 1M filas). </a:t>
          </a:r>
        </a:p>
        <a:p>
          <a:pPr marL="0" lvl="0" indent="0" algn="l" defTabSz="488950">
            <a:lnSpc>
              <a:spcPct val="100000"/>
            </a:lnSpc>
            <a:spcBef>
              <a:spcPct val="0"/>
            </a:spcBef>
            <a:spcAft>
              <a:spcPct val="35000"/>
            </a:spcAft>
            <a:buNone/>
          </a:pPr>
          <a:r>
            <a:rPr lang="es-ES" sz="1100" kern="1200" dirty="0"/>
            <a:t>- </a:t>
          </a:r>
          <a:r>
            <a:rPr lang="es-ES" sz="1100" b="1" kern="1200" dirty="0" err="1"/>
            <a:t>ivfflat.probes</a:t>
          </a:r>
          <a:r>
            <a:rPr lang="es-ES" sz="1100" b="1" kern="1200" dirty="0"/>
            <a:t> </a:t>
          </a:r>
          <a:r>
            <a:rPr lang="es-ES" sz="1100" kern="1200" dirty="0"/>
            <a:t>= listas a explorar en la búsqueda (más = más preciso, más lento)</a:t>
          </a:r>
          <a:endParaRPr lang="en-US" sz="1100" kern="1200" dirty="0"/>
        </a:p>
      </dsp:txBody>
      <dsp:txXfrm>
        <a:off x="3079740" y="2071423"/>
        <a:ext cx="2437187" cy="1248750"/>
      </dsp:txXfrm>
    </dsp:sp>
    <dsp:sp modelId="{739EAE50-8579-4550-9324-95989CFE7D00}">
      <dsp:nvSpPr>
        <dsp:cNvPr id="0" name=""/>
        <dsp:cNvSpPr/>
      </dsp:nvSpPr>
      <dsp:spPr>
        <a:xfrm>
          <a:off x="6613662" y="560599"/>
          <a:ext cx="1096734" cy="10967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2276F76-7274-4072-A372-D1D9E55FF1A6}">
      <dsp:nvSpPr>
        <dsp:cNvPr id="0" name=""/>
        <dsp:cNvSpPr/>
      </dsp:nvSpPr>
      <dsp:spPr>
        <a:xfrm>
          <a:off x="5943435" y="2071423"/>
          <a:ext cx="2437187" cy="1248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b="1" kern="1200" dirty="0"/>
            <a:t>Características</a:t>
          </a:r>
        </a:p>
        <a:p>
          <a:pPr marL="0" lvl="0" indent="0" algn="l" defTabSz="488950">
            <a:lnSpc>
              <a:spcPct val="100000"/>
            </a:lnSpc>
            <a:spcBef>
              <a:spcPct val="0"/>
            </a:spcBef>
            <a:spcAft>
              <a:spcPct val="35000"/>
            </a:spcAft>
            <a:buNone/>
          </a:pPr>
          <a:r>
            <a:rPr lang="es-ES" sz="1100" b="1" kern="1200" dirty="0"/>
            <a:t>- R</a:t>
          </a:r>
          <a:r>
            <a:rPr lang="es-ES" sz="1100" kern="1200" dirty="0"/>
            <a:t>ápido de construir </a:t>
          </a:r>
        </a:p>
        <a:p>
          <a:pPr marL="0" lvl="0" indent="0" algn="l" defTabSz="488950">
            <a:lnSpc>
              <a:spcPct val="100000"/>
            </a:lnSpc>
            <a:spcBef>
              <a:spcPct val="0"/>
            </a:spcBef>
            <a:spcAft>
              <a:spcPct val="35000"/>
            </a:spcAft>
            <a:buNone/>
          </a:pPr>
          <a:r>
            <a:rPr lang="es-ES" sz="1100" kern="1200" dirty="0"/>
            <a:t>- Requiere datos cargados antes de crear el índice para buenos </a:t>
          </a:r>
          <a:r>
            <a:rPr lang="es-ES" sz="1100" kern="1200" dirty="0" err="1"/>
            <a:t>clusters</a:t>
          </a:r>
          <a:endParaRPr lang="es-ES" sz="1100" kern="1200" dirty="0"/>
        </a:p>
        <a:p>
          <a:pPr marL="0" lvl="0" indent="0" algn="l" defTabSz="488950">
            <a:lnSpc>
              <a:spcPct val="100000"/>
            </a:lnSpc>
            <a:spcBef>
              <a:spcPct val="0"/>
            </a:spcBef>
            <a:spcAft>
              <a:spcPct val="35000"/>
            </a:spcAft>
            <a:buNone/>
          </a:pPr>
          <a:r>
            <a:rPr lang="es-ES" sz="1100" kern="1200" dirty="0"/>
            <a:t>-  Búsqueda aproximada (ANN)</a:t>
          </a:r>
          <a:endParaRPr lang="en-US" sz="1100" kern="1200" dirty="0"/>
        </a:p>
      </dsp:txBody>
      <dsp:txXfrm>
        <a:off x="5943435" y="2071423"/>
        <a:ext cx="2437187" cy="124875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81C04E-2270-4A7B-B3CA-0D7633CFA1F9}">
      <dsp:nvSpPr>
        <dsp:cNvPr id="0" name=""/>
        <dsp:cNvSpPr/>
      </dsp:nvSpPr>
      <dsp:spPr>
        <a:xfrm>
          <a:off x="1788177" y="179277"/>
          <a:ext cx="806835" cy="8068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437E5B7-EC52-45E4-9D3D-DF312A04411C}">
      <dsp:nvSpPr>
        <dsp:cNvPr id="0" name=""/>
        <dsp:cNvSpPr/>
      </dsp:nvSpPr>
      <dsp:spPr>
        <a:xfrm>
          <a:off x="1295111" y="1514607"/>
          <a:ext cx="1792968" cy="2186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a:t>Construye un </a:t>
          </a:r>
          <a:r>
            <a:rPr lang="es-ES" sz="1100" b="1" kern="1200"/>
            <a:t>grafo multicapa</a:t>
          </a:r>
          <a:r>
            <a:rPr lang="es-ES" sz="1100" kern="1200"/>
            <a:t> de proximidad para navegar eficientemente hacia los vecinos más cercanos</a:t>
          </a:r>
          <a:endParaRPr lang="en-US" sz="1100" kern="1200"/>
        </a:p>
      </dsp:txBody>
      <dsp:txXfrm>
        <a:off x="1295111" y="1514607"/>
        <a:ext cx="1792968" cy="2186887"/>
      </dsp:txXfrm>
    </dsp:sp>
    <dsp:sp modelId="{688EB615-0395-48DB-8350-DF96B7618AF1}">
      <dsp:nvSpPr>
        <dsp:cNvPr id="0" name=""/>
        <dsp:cNvSpPr/>
      </dsp:nvSpPr>
      <dsp:spPr>
        <a:xfrm>
          <a:off x="3894916" y="179277"/>
          <a:ext cx="806835" cy="8068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118A46-E9D3-4A55-B03A-20B72B20BCEC}">
      <dsp:nvSpPr>
        <dsp:cNvPr id="0" name=""/>
        <dsp:cNvSpPr/>
      </dsp:nvSpPr>
      <dsp:spPr>
        <a:xfrm>
          <a:off x="3401849" y="1514607"/>
          <a:ext cx="1792968" cy="2186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b="1" kern="1200" dirty="0"/>
            <a:t>Parámetros clave</a:t>
          </a:r>
        </a:p>
        <a:p>
          <a:pPr marL="0" lvl="0" indent="0" algn="l" defTabSz="488950">
            <a:lnSpc>
              <a:spcPct val="100000"/>
            </a:lnSpc>
            <a:spcBef>
              <a:spcPct val="0"/>
            </a:spcBef>
            <a:spcAft>
              <a:spcPct val="35000"/>
            </a:spcAft>
            <a:buNone/>
          </a:pPr>
          <a:br>
            <a:rPr lang="es-ES" sz="1100" b="1" kern="1200" dirty="0"/>
          </a:br>
          <a:r>
            <a:rPr lang="es-ES" sz="1100" b="1" kern="1200" dirty="0"/>
            <a:t>- m </a:t>
          </a:r>
          <a:r>
            <a:rPr lang="es-ES" sz="1100" kern="1200" dirty="0"/>
            <a:t>= número máximo de conexiones por nodo (más = mayor </a:t>
          </a:r>
          <a:r>
            <a:rPr lang="es-ES" sz="1100" kern="1200" dirty="0" err="1"/>
            <a:t>recall</a:t>
          </a:r>
          <a:r>
            <a:rPr lang="es-ES" sz="1100" kern="1200" dirty="0"/>
            <a:t>, más memoria)</a:t>
          </a:r>
          <a:br>
            <a:rPr lang="es-ES" sz="1100" kern="1200" dirty="0"/>
          </a:br>
          <a:r>
            <a:rPr lang="es-ES" sz="1100" kern="1200" dirty="0"/>
            <a:t>- </a:t>
          </a:r>
          <a:r>
            <a:rPr lang="es-ES" sz="1100" b="1" kern="1200" dirty="0" err="1"/>
            <a:t>ef_construction</a:t>
          </a:r>
          <a:r>
            <a:rPr lang="es-ES" sz="1100" b="1" kern="1200" dirty="0"/>
            <a:t> </a:t>
          </a:r>
          <a:r>
            <a:rPr lang="es-ES" sz="1100" kern="1200" dirty="0"/>
            <a:t>= tamaño del conjunto de candidatos durante construcción (más = mejor calidad)</a:t>
          </a:r>
          <a:br>
            <a:rPr lang="es-ES" sz="1100" kern="1200" dirty="0"/>
          </a:br>
          <a:r>
            <a:rPr lang="es-ES" sz="1100" kern="1200" dirty="0"/>
            <a:t>- </a:t>
          </a:r>
          <a:r>
            <a:rPr lang="es-ES" sz="1100" b="1" kern="1200" dirty="0" err="1"/>
            <a:t>hnsw.ef_search</a:t>
          </a:r>
          <a:r>
            <a:rPr lang="es-ES" sz="1100" b="1" kern="1200" dirty="0"/>
            <a:t> </a:t>
          </a:r>
          <a:r>
            <a:rPr lang="es-ES" sz="1100" kern="1200" dirty="0"/>
            <a:t>= candidatos explorados en búsqueda (más = más preciso)</a:t>
          </a:r>
          <a:endParaRPr lang="en-US" sz="1100" kern="1200" dirty="0"/>
        </a:p>
      </dsp:txBody>
      <dsp:txXfrm>
        <a:off x="3401849" y="1514607"/>
        <a:ext cx="1792968" cy="2186887"/>
      </dsp:txXfrm>
    </dsp:sp>
    <dsp:sp modelId="{844BCD91-6416-4361-A220-E962FAE0B3AD}">
      <dsp:nvSpPr>
        <dsp:cNvPr id="0" name=""/>
        <dsp:cNvSpPr/>
      </dsp:nvSpPr>
      <dsp:spPr>
        <a:xfrm>
          <a:off x="6001654" y="179277"/>
          <a:ext cx="806835" cy="8068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7C94A82-5CC2-42E3-B772-B5DDA54FB842}">
      <dsp:nvSpPr>
        <dsp:cNvPr id="0" name=""/>
        <dsp:cNvSpPr/>
      </dsp:nvSpPr>
      <dsp:spPr>
        <a:xfrm>
          <a:off x="5508587" y="1514607"/>
          <a:ext cx="1792968" cy="2186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b="1" kern="1200" dirty="0"/>
            <a:t>Características</a:t>
          </a:r>
        </a:p>
        <a:p>
          <a:pPr marL="0" lvl="0" indent="0" algn="l" defTabSz="488950">
            <a:lnSpc>
              <a:spcPct val="100000"/>
            </a:lnSpc>
            <a:spcBef>
              <a:spcPct val="0"/>
            </a:spcBef>
            <a:spcAft>
              <a:spcPct val="35000"/>
            </a:spcAft>
            <a:buNone/>
          </a:pPr>
          <a:br>
            <a:rPr lang="es-ES" sz="1100" b="1" kern="1200" dirty="0"/>
          </a:br>
          <a:r>
            <a:rPr lang="es-ES" sz="1100" b="1" kern="1200" dirty="0"/>
            <a:t>- </a:t>
          </a:r>
          <a:r>
            <a:rPr lang="es-ES" sz="1100" kern="1200" dirty="0"/>
            <a:t>Mayor </a:t>
          </a:r>
          <a:r>
            <a:rPr lang="es-ES" sz="1100" kern="1200" dirty="0" err="1"/>
            <a:t>recall</a:t>
          </a:r>
          <a:r>
            <a:rPr lang="es-ES" sz="1100" kern="1200" dirty="0"/>
            <a:t> que </a:t>
          </a:r>
          <a:r>
            <a:rPr lang="es-ES" sz="1100" kern="1200" dirty="0" err="1"/>
            <a:t>IVFFlat</a:t>
          </a:r>
          <a:br>
            <a:rPr lang="es-ES" sz="1100" kern="1200" dirty="0"/>
          </a:br>
          <a:r>
            <a:rPr lang="es-ES" sz="1100" kern="1200" dirty="0"/>
            <a:t>- Más lento de construir y consume más memoria</a:t>
          </a:r>
        </a:p>
        <a:p>
          <a:pPr marL="0" lvl="0" indent="0" algn="l" defTabSz="488950">
            <a:lnSpc>
              <a:spcPct val="100000"/>
            </a:lnSpc>
            <a:spcBef>
              <a:spcPct val="0"/>
            </a:spcBef>
            <a:spcAft>
              <a:spcPct val="35000"/>
            </a:spcAft>
            <a:buNone/>
          </a:pPr>
          <a:r>
            <a:rPr lang="es-ES" sz="1100" kern="1200" dirty="0"/>
            <a:t>- Se puede insertar sin reconstruir el índice</a:t>
          </a:r>
        </a:p>
        <a:p>
          <a:pPr marL="0" lvl="0" indent="0" algn="l" defTabSz="488950">
            <a:lnSpc>
              <a:spcPct val="100000"/>
            </a:lnSpc>
            <a:spcBef>
              <a:spcPct val="0"/>
            </a:spcBef>
            <a:spcAft>
              <a:spcPct val="35000"/>
            </a:spcAft>
            <a:buNone/>
          </a:pPr>
          <a:r>
            <a:rPr lang="es-ES" sz="1100" b="1" kern="1200" dirty="0"/>
            <a:t>- Recomendado para producción</a:t>
          </a:r>
          <a:endParaRPr lang="en-US" sz="1100" kern="1200" dirty="0"/>
        </a:p>
      </dsp:txBody>
      <dsp:txXfrm>
        <a:off x="5508587" y="1514607"/>
        <a:ext cx="1792968" cy="218688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17ED59-5CD4-4363-9165-5D001716A5B7}">
      <dsp:nvSpPr>
        <dsp:cNvPr id="0" name=""/>
        <dsp:cNvSpPr/>
      </dsp:nvSpPr>
      <dsp:spPr>
        <a:xfrm>
          <a:off x="1108255" y="318707"/>
          <a:ext cx="1766812" cy="1766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18E9886-AB3D-4A7C-96B4-9188C8C6A8D1}">
      <dsp:nvSpPr>
        <dsp:cNvPr id="0" name=""/>
        <dsp:cNvSpPr/>
      </dsp:nvSpPr>
      <dsp:spPr>
        <a:xfrm>
          <a:off x="28537" y="2572065"/>
          <a:ext cx="3926250" cy="99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a:t>Sin ningún índice, pgvector realiza un </a:t>
          </a:r>
          <a:r>
            <a:rPr lang="es-ES" sz="1100" b="1" kern="1200"/>
            <a:t>escaneo secuencial completo</a:t>
          </a:r>
          <a:r>
            <a:rPr lang="es-ES" sz="1100" kern="1200"/>
            <a:t> (exact nearest neighbor).</a:t>
          </a:r>
          <a:endParaRPr lang="en-US" sz="1100" kern="1200"/>
        </a:p>
      </dsp:txBody>
      <dsp:txXfrm>
        <a:off x="28537" y="2572065"/>
        <a:ext cx="3926250" cy="990000"/>
      </dsp:txXfrm>
    </dsp:sp>
    <dsp:sp modelId="{EDA3873F-170A-4227-8E52-01616D4E4AB3}">
      <dsp:nvSpPr>
        <dsp:cNvPr id="0" name=""/>
        <dsp:cNvSpPr/>
      </dsp:nvSpPr>
      <dsp:spPr>
        <a:xfrm>
          <a:off x="5721599" y="318707"/>
          <a:ext cx="1766812" cy="1766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D331539-C6E9-44D3-BE09-590ABFC02D60}">
      <dsp:nvSpPr>
        <dsp:cNvPr id="0" name=""/>
        <dsp:cNvSpPr/>
      </dsp:nvSpPr>
      <dsp:spPr>
        <a:xfrm>
          <a:off x="4641880" y="2572065"/>
          <a:ext cx="3926250" cy="99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b="1" kern="1200" dirty="0"/>
            <a:t>Características</a:t>
          </a:r>
        </a:p>
        <a:p>
          <a:pPr marL="0" lvl="0" indent="0" algn="ctr" defTabSz="488950">
            <a:lnSpc>
              <a:spcPct val="100000"/>
            </a:lnSpc>
            <a:spcBef>
              <a:spcPct val="0"/>
            </a:spcBef>
            <a:spcAft>
              <a:spcPct val="35000"/>
            </a:spcAft>
            <a:buNone/>
          </a:pPr>
          <a:br>
            <a:rPr lang="es-ES" sz="1100" b="1" kern="1200" dirty="0"/>
          </a:br>
          <a:r>
            <a:rPr lang="es-ES" sz="1100" b="1" kern="1200" dirty="0"/>
            <a:t>- </a:t>
          </a:r>
          <a:r>
            <a:rPr lang="es-ES" sz="1100" kern="1200" dirty="0"/>
            <a:t>Resultados 100% precisos</a:t>
          </a:r>
        </a:p>
        <a:p>
          <a:pPr marL="0" lvl="0" indent="0" algn="ctr" defTabSz="488950">
            <a:lnSpc>
              <a:spcPct val="100000"/>
            </a:lnSpc>
            <a:spcBef>
              <a:spcPct val="0"/>
            </a:spcBef>
            <a:spcAft>
              <a:spcPct val="35000"/>
            </a:spcAft>
            <a:buNone/>
          </a:pPr>
          <a:r>
            <a:rPr lang="es-ES" sz="1100" kern="1200" dirty="0"/>
            <a:t>- Escala mal con grandes volúmenes </a:t>
          </a:r>
        </a:p>
        <a:p>
          <a:pPr marL="0" lvl="0" indent="0" algn="ctr" defTabSz="488950">
            <a:lnSpc>
              <a:spcPct val="100000"/>
            </a:lnSpc>
            <a:spcBef>
              <a:spcPct val="0"/>
            </a:spcBef>
            <a:spcAft>
              <a:spcPct val="35000"/>
            </a:spcAft>
            <a:buNone/>
          </a:pPr>
          <a:r>
            <a:rPr lang="es-ES" sz="1100" kern="1200" dirty="0"/>
            <a:t>- Útil para </a:t>
          </a:r>
          <a:r>
            <a:rPr lang="es-ES" sz="1100" kern="1200" dirty="0" err="1"/>
            <a:t>datasets</a:t>
          </a:r>
          <a:r>
            <a:rPr lang="es-ES" sz="1100" kern="1200" dirty="0"/>
            <a:t> pequeños o validación</a:t>
          </a:r>
          <a:endParaRPr lang="en-US" sz="1100" kern="1200" dirty="0"/>
        </a:p>
      </dsp:txBody>
      <dsp:txXfrm>
        <a:off x="4641880" y="2572065"/>
        <a:ext cx="3926250" cy="99000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AC0999-651B-4932-9DE1-19F10D222524}">
      <dsp:nvSpPr>
        <dsp:cNvPr id="0" name=""/>
        <dsp:cNvSpPr/>
      </dsp:nvSpPr>
      <dsp:spPr>
        <a:xfrm>
          <a:off x="1108255" y="319377"/>
          <a:ext cx="1766812" cy="1766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16AA084-3408-4786-83AC-0FB969BDCF41}">
      <dsp:nvSpPr>
        <dsp:cNvPr id="0" name=""/>
        <dsp:cNvSpPr/>
      </dsp:nvSpPr>
      <dsp:spPr>
        <a:xfrm>
          <a:off x="28537" y="2572802"/>
          <a:ext cx="3926250" cy="988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dirty="0" err="1"/>
            <a:t>Basicamente</a:t>
          </a:r>
          <a:r>
            <a:rPr lang="es-ES" sz="1100" kern="1200" dirty="0"/>
            <a:t> el uso de RAG, esta pensando para extraer y trocear información, guardarla en bases de datos vectoriales, para posteriormente poder indicarle a los agentes donde buscar información para resolver una preguntar y que este sea similar a lo que se guardo anteriormente en la base de datos vectorial.</a:t>
          </a:r>
          <a:endParaRPr lang="en-US" sz="1100" kern="1200" dirty="0"/>
        </a:p>
      </dsp:txBody>
      <dsp:txXfrm>
        <a:off x="28537" y="2572802"/>
        <a:ext cx="3926250" cy="988593"/>
      </dsp:txXfrm>
    </dsp:sp>
    <dsp:sp modelId="{5738D89D-B095-4269-9287-A722F4859AAD}">
      <dsp:nvSpPr>
        <dsp:cNvPr id="0" name=""/>
        <dsp:cNvSpPr/>
      </dsp:nvSpPr>
      <dsp:spPr>
        <a:xfrm>
          <a:off x="5721599" y="319377"/>
          <a:ext cx="1766812" cy="1766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B01B774-0B39-40E3-9115-BB0E0ADD97B3}">
      <dsp:nvSpPr>
        <dsp:cNvPr id="0" name=""/>
        <dsp:cNvSpPr/>
      </dsp:nvSpPr>
      <dsp:spPr>
        <a:xfrm>
          <a:off x="4641880" y="2572802"/>
          <a:ext cx="3926250" cy="988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ES" sz="1100" kern="1200" dirty="0"/>
            <a:t>En </a:t>
          </a:r>
          <a:r>
            <a:rPr lang="es-ES" sz="1100" kern="1200" dirty="0" err="1"/>
            <a:t>spring</a:t>
          </a:r>
          <a:r>
            <a:rPr lang="es-ES" sz="1100" kern="1200" dirty="0"/>
            <a:t> AI, es cargar tu base de datos vectorial e indicarle al chat mediante un </a:t>
          </a:r>
          <a:r>
            <a:rPr lang="es-ES" sz="1100" kern="1200" dirty="0" err="1"/>
            <a:t>advisor</a:t>
          </a:r>
          <a:r>
            <a:rPr lang="es-ES" sz="1100" kern="1200" dirty="0"/>
            <a:t> que utilice esta fuente de conocimiento para responder a preguntar realizadas por el usuario</a:t>
          </a:r>
          <a:endParaRPr lang="en-US" sz="1100" kern="1200" dirty="0"/>
        </a:p>
      </dsp:txBody>
      <dsp:txXfrm>
        <a:off x="4641880" y="2572802"/>
        <a:ext cx="3926250" cy="988593"/>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29BA888-1606-9143-8322-1CFF003944A8}" type="datetimeFigureOut">
              <a:rPr lang="es-ES" smtClean="0"/>
              <a:t>11/5/26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3967353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9BA888-1606-9143-8322-1CFF003944A8}" type="datetimeFigureOut">
              <a:rPr lang="es-ES" smtClean="0"/>
              <a:t>11/5/26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760086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29BA888-1606-9143-8322-1CFF003944A8}" type="datetimeFigureOut">
              <a:rPr lang="es-ES" smtClean="0"/>
              <a:t>11/5/26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1292509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29BA888-1606-9143-8322-1CFF003944A8}" type="datetimeFigureOut">
              <a:rPr lang="es-ES" smtClean="0"/>
              <a:t>11/5/26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1379587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29BA888-1606-9143-8322-1CFF003944A8}" type="datetimeFigureOut">
              <a:rPr lang="es-ES" smtClean="0"/>
              <a:t>11/5/26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3125093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29BA888-1606-9143-8322-1CFF003944A8}" type="datetimeFigureOut">
              <a:rPr lang="es-ES" smtClean="0"/>
              <a:t>11/5/26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1714039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9BA888-1606-9143-8322-1CFF003944A8}" type="datetimeFigureOut">
              <a:rPr lang="es-ES" smtClean="0"/>
              <a:t>11/5/26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536174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9BA888-1606-9143-8322-1CFF003944A8}" type="datetimeFigureOut">
              <a:rPr lang="es-ES" smtClean="0"/>
              <a:t>11/5/26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2179138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9BA888-1606-9143-8322-1CFF003944A8}" type="datetimeFigureOut">
              <a:rPr lang="es-ES" smtClean="0"/>
              <a:t>11/5/26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1589231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29BA888-1606-9143-8322-1CFF003944A8}" type="datetimeFigureOut">
              <a:rPr lang="es-ES" smtClean="0"/>
              <a:t>11/5/26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2921286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29BA888-1606-9143-8322-1CFF003944A8}" type="datetimeFigureOut">
              <a:rPr lang="es-ES" smtClean="0"/>
              <a:t>11/5/26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44229A8-2E2F-2145-B5AF-63C84DC2E507}" type="slidenum">
              <a:rPr lang="es-ES" smtClean="0"/>
              <a:t>‹Nº›</a:t>
            </a:fld>
            <a:endParaRPr lang="es-E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89244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29BA888-1606-9143-8322-1CFF003944A8}" type="datetimeFigureOut">
              <a:rPr lang="es-ES" smtClean="0"/>
              <a:t>11/5/26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31370254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29BA888-1606-9143-8322-1CFF003944A8}" type="datetimeFigureOut">
              <a:rPr lang="es-ES" smtClean="0"/>
              <a:t>11/5/26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44229A8-2E2F-2145-B5AF-63C84DC2E507}"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99980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29BA888-1606-9143-8322-1CFF003944A8}" type="datetimeFigureOut">
              <a:rPr lang="es-ES" smtClean="0"/>
              <a:t>11/5/26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1176810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9BA888-1606-9143-8322-1CFF003944A8}" type="datetimeFigureOut">
              <a:rPr lang="es-ES" smtClean="0"/>
              <a:t>11/5/26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4267946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9BA888-1606-9143-8322-1CFF003944A8}" type="datetimeFigureOut">
              <a:rPr lang="es-ES" smtClean="0"/>
              <a:t>11/5/26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44229A8-2E2F-2145-B5AF-63C84DC2E507}" type="slidenum">
              <a:rPr lang="es-ES" smtClean="0"/>
              <a:t>‹Nº›</a:t>
            </a:fld>
            <a:endParaRPr lang="es-ES"/>
          </a:p>
        </p:txBody>
      </p:sp>
    </p:spTree>
    <p:extLst>
      <p:ext uri="{BB962C8B-B14F-4D97-AF65-F5344CB8AC3E}">
        <p14:creationId xmlns:p14="http://schemas.microsoft.com/office/powerpoint/2010/main" val="1945867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29BA888-1606-9143-8322-1CFF003944A8}" type="datetimeFigureOut">
              <a:rPr lang="es-ES" smtClean="0"/>
              <a:t>11/5/26</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44229A8-2E2F-2145-B5AF-63C84DC2E507}" type="slidenum">
              <a:rPr lang="es-ES" smtClean="0"/>
              <a:t>‹Nº›</a:t>
            </a:fld>
            <a:endParaRPr lang="es-ES"/>
          </a:p>
        </p:txBody>
      </p:sp>
    </p:spTree>
    <p:extLst>
      <p:ext uri="{BB962C8B-B14F-4D97-AF65-F5344CB8AC3E}">
        <p14:creationId xmlns:p14="http://schemas.microsoft.com/office/powerpoint/2010/main" val="2873752711"/>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6.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Layout" Target="../diagrams/layout5.xml"/><Relationship Id="rId7" Type="http://schemas.openxmlformats.org/officeDocument/2006/relationships/image" Target="../media/image9.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Layout" Target="../diagrams/layout7.xml"/><Relationship Id="rId7" Type="http://schemas.openxmlformats.org/officeDocument/2006/relationships/image" Target="../media/image13.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Layout" Target="../diagrams/layout9.xml"/><Relationship Id="rId7" Type="http://schemas.openxmlformats.org/officeDocument/2006/relationships/image" Target="../media/image21.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27.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30.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33.png"/><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27577DEC-D9A5-404D-9789-702F4319B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CEEA9366-CEA8-4F23-B065-4337F0D836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904A03D6-39B4-4278-9BE1-A07E024499B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FBE459AF-3736-4886-82E0-9B5DA427B5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alpha val="80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4B6B88EF-180C-4E39-8A3F-A52E87110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4" name="Rectangle 25">
              <a:extLst>
                <a:ext uri="{FF2B5EF4-FFF2-40B4-BE49-F238E27FC236}">
                  <a16:creationId xmlns:a16="http://schemas.microsoft.com/office/drawing/2014/main" id="{52DFAACF-64D0-4621-8FF4-E2F03C3E8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5" name="Isosceles Triangle 44">
              <a:extLst>
                <a:ext uri="{FF2B5EF4-FFF2-40B4-BE49-F238E27FC236}">
                  <a16:creationId xmlns:a16="http://schemas.microsoft.com/office/drawing/2014/main" id="{36611FF0-65B3-49DB-97C6-1B72AAD0FB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6" name="Rectangle 27">
              <a:extLst>
                <a:ext uri="{FF2B5EF4-FFF2-40B4-BE49-F238E27FC236}">
                  <a16:creationId xmlns:a16="http://schemas.microsoft.com/office/drawing/2014/main" id="{0F7407FE-86B1-4890-9D80-9406FBF29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7" name="Rectangle 29">
              <a:extLst>
                <a:ext uri="{FF2B5EF4-FFF2-40B4-BE49-F238E27FC236}">
                  <a16:creationId xmlns:a16="http://schemas.microsoft.com/office/drawing/2014/main" id="{EBD42D5B-8F87-45B3-98B3-C66944F92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8" name="Isosceles Triangle 47">
              <a:extLst>
                <a:ext uri="{FF2B5EF4-FFF2-40B4-BE49-F238E27FC236}">
                  <a16:creationId xmlns:a16="http://schemas.microsoft.com/office/drawing/2014/main" id="{F5E04699-59E1-4468-9E7C-83070EEB4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9" name="Isosceles Triangle 48">
              <a:extLst>
                <a:ext uri="{FF2B5EF4-FFF2-40B4-BE49-F238E27FC236}">
                  <a16:creationId xmlns:a16="http://schemas.microsoft.com/office/drawing/2014/main" id="{F2AE8F13-9A52-4D7F-9637-321EA7CF32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3" name="Subtítulo 2">
            <a:extLst>
              <a:ext uri="{FF2B5EF4-FFF2-40B4-BE49-F238E27FC236}">
                <a16:creationId xmlns:a16="http://schemas.microsoft.com/office/drawing/2014/main" id="{1441C5DF-EACF-D557-1B44-F082F1D2540D}"/>
              </a:ext>
            </a:extLst>
          </p:cNvPr>
          <p:cNvSpPr>
            <a:spLocks noGrp="1"/>
          </p:cNvSpPr>
          <p:nvPr>
            <p:ph type="subTitle" idx="1"/>
          </p:nvPr>
        </p:nvSpPr>
        <p:spPr>
          <a:xfrm>
            <a:off x="1507067" y="4050833"/>
            <a:ext cx="7766936" cy="1096899"/>
          </a:xfrm>
        </p:spPr>
        <p:txBody>
          <a:bodyPr>
            <a:normAutofit/>
          </a:bodyPr>
          <a:lstStyle/>
          <a:p>
            <a:r>
              <a:rPr lang="es-ES" dirty="0">
                <a:solidFill>
                  <a:schemeClr val="tx1"/>
                </a:solidFill>
              </a:rPr>
              <a:t>Conceptos y uso básico</a:t>
            </a:r>
          </a:p>
        </p:txBody>
      </p:sp>
      <p:sp>
        <p:nvSpPr>
          <p:cNvPr id="2" name="Título 1">
            <a:extLst>
              <a:ext uri="{FF2B5EF4-FFF2-40B4-BE49-F238E27FC236}">
                <a16:creationId xmlns:a16="http://schemas.microsoft.com/office/drawing/2014/main" id="{63F56FD1-BB93-F4B4-B47D-89C9D46B3BCD}"/>
              </a:ext>
            </a:extLst>
          </p:cNvPr>
          <p:cNvSpPr>
            <a:spLocks noGrp="1"/>
          </p:cNvSpPr>
          <p:nvPr>
            <p:ph type="ctrTitle"/>
          </p:nvPr>
        </p:nvSpPr>
        <p:spPr>
          <a:xfrm>
            <a:off x="1507067" y="2404534"/>
            <a:ext cx="7766936" cy="1646302"/>
          </a:xfrm>
        </p:spPr>
        <p:txBody>
          <a:bodyPr>
            <a:normAutofit/>
          </a:bodyPr>
          <a:lstStyle/>
          <a:p>
            <a:r>
              <a:rPr lang="es-ES" dirty="0"/>
              <a:t>Spring AI</a:t>
            </a:r>
          </a:p>
        </p:txBody>
      </p:sp>
    </p:spTree>
    <p:extLst>
      <p:ext uri="{BB962C8B-B14F-4D97-AF65-F5344CB8AC3E}">
        <p14:creationId xmlns:p14="http://schemas.microsoft.com/office/powerpoint/2010/main" val="53714662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5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8" name="Rectangle 67">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Connector 69">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3" name="Straight Connector 71">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94"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95"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78" name="Isosceles Triangle 77">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80"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82" name="Isosceles Triangle 81">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 name="Título 1">
            <a:extLst>
              <a:ext uri="{FF2B5EF4-FFF2-40B4-BE49-F238E27FC236}">
                <a16:creationId xmlns:a16="http://schemas.microsoft.com/office/drawing/2014/main" id="{A09B7723-AEE4-D5CE-68D3-5F03AC78E05D}"/>
              </a:ext>
            </a:extLst>
          </p:cNvPr>
          <p:cNvSpPr>
            <a:spLocks noGrp="1"/>
          </p:cNvSpPr>
          <p:nvPr>
            <p:ph type="title"/>
          </p:nvPr>
        </p:nvSpPr>
        <p:spPr>
          <a:xfrm>
            <a:off x="677334" y="609600"/>
            <a:ext cx="3843375" cy="5175624"/>
          </a:xfrm>
        </p:spPr>
        <p:txBody>
          <a:bodyPr anchor="ctr">
            <a:normAutofit/>
          </a:bodyPr>
          <a:lstStyle/>
          <a:p>
            <a:r>
              <a:rPr lang="es-ES">
                <a:solidFill>
                  <a:schemeClr val="tx1">
                    <a:lumMod val="85000"/>
                    <a:lumOff val="15000"/>
                  </a:schemeClr>
                </a:solidFill>
              </a:rPr>
              <a:t>Indice</a:t>
            </a:r>
          </a:p>
        </p:txBody>
      </p:sp>
      <p:sp>
        <p:nvSpPr>
          <p:cNvPr id="84" name="Freeform: Shape 83">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97" name="Marcador de contenido 2">
            <a:extLst>
              <a:ext uri="{FF2B5EF4-FFF2-40B4-BE49-F238E27FC236}">
                <a16:creationId xmlns:a16="http://schemas.microsoft.com/office/drawing/2014/main" id="{1E2E917D-B41D-B3AD-3E87-78764A45246E}"/>
              </a:ext>
            </a:extLst>
          </p:cNvPr>
          <p:cNvGraphicFramePr>
            <a:graphicFrameLocks noGrp="1"/>
          </p:cNvGraphicFramePr>
          <p:nvPr>
            <p:ph idx="1"/>
            <p:extLst>
              <p:ext uri="{D42A27DB-BD31-4B8C-83A1-F6EECF244321}">
                <p14:modId xmlns:p14="http://schemas.microsoft.com/office/powerpoint/2010/main" val="1435317339"/>
              </p:ext>
            </p:extLst>
          </p:nvPr>
        </p:nvGraphicFramePr>
        <p:xfrm>
          <a:off x="6116084" y="609601"/>
          <a:ext cx="5511296" cy="5175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6940246"/>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4825603E-50CF-57E6-7107-FF54F2B8AE37}"/>
              </a:ext>
            </a:extLst>
          </p:cNvPr>
          <p:cNvSpPr>
            <a:spLocks noGrp="1"/>
          </p:cNvSpPr>
          <p:nvPr>
            <p:ph type="title"/>
          </p:nvPr>
        </p:nvSpPr>
        <p:spPr>
          <a:xfrm>
            <a:off x="677334" y="609600"/>
            <a:ext cx="8596668" cy="1320800"/>
          </a:xfrm>
        </p:spPr>
        <p:txBody>
          <a:bodyPr>
            <a:normAutofit/>
          </a:bodyPr>
          <a:lstStyle/>
          <a:p>
            <a:r>
              <a:rPr lang="es-ES" dirty="0"/>
              <a:t>Chat básico. Tipos de mensajes</a:t>
            </a:r>
          </a:p>
        </p:txBody>
      </p:sp>
      <p:graphicFrame>
        <p:nvGraphicFramePr>
          <p:cNvPr id="41" name="Marcador de contenido 40">
            <a:extLst>
              <a:ext uri="{FF2B5EF4-FFF2-40B4-BE49-F238E27FC236}">
                <a16:creationId xmlns:a16="http://schemas.microsoft.com/office/drawing/2014/main" id="{A06F2F9F-01B1-B542-9E38-6649EB4E8F76}"/>
              </a:ext>
            </a:extLst>
          </p:cNvPr>
          <p:cNvGraphicFramePr>
            <a:graphicFrameLocks noGrp="1"/>
          </p:cNvGraphicFramePr>
          <p:nvPr>
            <p:ph idx="1"/>
            <p:extLst>
              <p:ext uri="{D42A27DB-BD31-4B8C-83A1-F6EECF244321}">
                <p14:modId xmlns:p14="http://schemas.microsoft.com/office/powerpoint/2010/main" val="1815595300"/>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3286688"/>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430FEF8-CD3C-9AC7-75B3-A83AF8F4CD3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0A127C-407D-C6E6-2FEC-9A663C199D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9">
            <a:extLst>
              <a:ext uri="{FF2B5EF4-FFF2-40B4-BE49-F238E27FC236}">
                <a16:creationId xmlns:a16="http://schemas.microsoft.com/office/drawing/2014/main" id="{41EB4907-B9B5-B910-FA33-D3F86626A5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F01324C2-21AD-F553-4D26-D4E0BDB2E76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936F051-3593-00B7-BC1C-C8143917CFE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E87B0B2F-1F9D-2C35-1A1C-82F7524C0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D0B773FC-4FB7-EB92-F5E7-F4AB814B97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BF2F9F0-4F59-94B6-46F1-71F0A1B359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25F2B41B-A49D-6520-2B61-47189DC291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18F14FCA-00FD-7BD3-D03E-870812941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1E99D705-8EF3-86C2-BE01-4F313D644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087BA514-0F60-55CD-BD04-FCC0DDDCF9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11E2A59C-BDBC-2B6A-E2C0-CFB83714A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2B56BF3B-B2EB-427E-2BA7-B634CA97041B}"/>
              </a:ext>
            </a:extLst>
          </p:cNvPr>
          <p:cNvSpPr>
            <a:spLocks noGrp="1"/>
          </p:cNvSpPr>
          <p:nvPr>
            <p:ph type="title"/>
          </p:nvPr>
        </p:nvSpPr>
        <p:spPr>
          <a:xfrm>
            <a:off x="677334" y="609600"/>
            <a:ext cx="8596668" cy="1320800"/>
          </a:xfrm>
        </p:spPr>
        <p:txBody>
          <a:bodyPr>
            <a:normAutofit/>
          </a:bodyPr>
          <a:lstStyle/>
          <a:p>
            <a:r>
              <a:rPr lang="es-ES" dirty="0"/>
              <a:t>Chat básico. Tipos de mensajes</a:t>
            </a:r>
          </a:p>
        </p:txBody>
      </p:sp>
      <p:graphicFrame>
        <p:nvGraphicFramePr>
          <p:cNvPr id="41" name="Marcador de contenido 40">
            <a:extLst>
              <a:ext uri="{FF2B5EF4-FFF2-40B4-BE49-F238E27FC236}">
                <a16:creationId xmlns:a16="http://schemas.microsoft.com/office/drawing/2014/main" id="{AFB0C96D-2A9A-DA1F-2A4D-03CD3BCB603B}"/>
              </a:ext>
            </a:extLst>
          </p:cNvPr>
          <p:cNvGraphicFramePr>
            <a:graphicFrameLocks noGrp="1"/>
          </p:cNvGraphicFramePr>
          <p:nvPr>
            <p:ph idx="1"/>
            <p:extLst>
              <p:ext uri="{D42A27DB-BD31-4B8C-83A1-F6EECF244321}">
                <p14:modId xmlns:p14="http://schemas.microsoft.com/office/powerpoint/2010/main" val="3931366401"/>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024356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3"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4"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5"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36"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7"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8"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9"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0"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1"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2"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AA71781E-5004-14D4-6B3B-CB457F9E43F9}"/>
              </a:ext>
            </a:extLst>
          </p:cNvPr>
          <p:cNvSpPr>
            <a:spLocks noGrp="1"/>
          </p:cNvSpPr>
          <p:nvPr>
            <p:ph type="title"/>
          </p:nvPr>
        </p:nvSpPr>
        <p:spPr>
          <a:xfrm>
            <a:off x="677334" y="609600"/>
            <a:ext cx="8596668" cy="1320800"/>
          </a:xfrm>
        </p:spPr>
        <p:txBody>
          <a:bodyPr>
            <a:normAutofit/>
          </a:bodyPr>
          <a:lstStyle/>
          <a:p>
            <a:r>
              <a:rPr lang="es-ES" dirty="0"/>
              <a:t>Chat básico. Uso de chat </a:t>
            </a:r>
            <a:r>
              <a:rPr lang="es-ES" dirty="0" err="1"/>
              <a:t>client</a:t>
            </a:r>
            <a:endParaRPr lang="es-ES" dirty="0"/>
          </a:p>
        </p:txBody>
      </p:sp>
      <p:graphicFrame>
        <p:nvGraphicFramePr>
          <p:cNvPr id="44" name="Marcador de contenido 2">
            <a:extLst>
              <a:ext uri="{FF2B5EF4-FFF2-40B4-BE49-F238E27FC236}">
                <a16:creationId xmlns:a16="http://schemas.microsoft.com/office/drawing/2014/main" id="{AAB04CA9-181A-8E3F-A00C-7BF0258E26FC}"/>
              </a:ext>
            </a:extLst>
          </p:cNvPr>
          <p:cNvGraphicFramePr>
            <a:graphicFrameLocks noGrp="1"/>
          </p:cNvGraphicFramePr>
          <p:nvPr>
            <p:ph idx="1"/>
            <p:extLst>
              <p:ext uri="{D42A27DB-BD31-4B8C-83A1-F6EECF244321}">
                <p14:modId xmlns:p14="http://schemas.microsoft.com/office/powerpoint/2010/main" val="2471652151"/>
              </p:ext>
            </p:extLst>
          </p:nvPr>
        </p:nvGraphicFramePr>
        <p:xfrm>
          <a:off x="681163" y="1270000"/>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1" name="Imagen 20">
            <a:extLst>
              <a:ext uri="{FF2B5EF4-FFF2-40B4-BE49-F238E27FC236}">
                <a16:creationId xmlns:a16="http://schemas.microsoft.com/office/drawing/2014/main" id="{06832A70-4A2B-1720-DEC8-723B57EDFB6B}"/>
              </a:ext>
            </a:extLst>
          </p:cNvPr>
          <p:cNvPicPr>
            <a:picLocks noChangeAspect="1"/>
          </p:cNvPicPr>
          <p:nvPr/>
        </p:nvPicPr>
        <p:blipFill>
          <a:blip r:embed="rId7"/>
          <a:stretch>
            <a:fillRect/>
          </a:stretch>
        </p:blipFill>
        <p:spPr>
          <a:xfrm>
            <a:off x="717675" y="4903614"/>
            <a:ext cx="7772400" cy="691885"/>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spTree>
    <p:extLst>
      <p:ext uri="{BB962C8B-B14F-4D97-AF65-F5344CB8AC3E}">
        <p14:creationId xmlns:p14="http://schemas.microsoft.com/office/powerpoint/2010/main" val="879576992"/>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3"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4"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5"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36"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7"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8"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9"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0"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1"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42"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EC662A50-8B93-D269-B9CE-625887107DE3}"/>
              </a:ext>
            </a:extLst>
          </p:cNvPr>
          <p:cNvSpPr>
            <a:spLocks noGrp="1"/>
          </p:cNvSpPr>
          <p:nvPr>
            <p:ph type="title"/>
          </p:nvPr>
        </p:nvSpPr>
        <p:spPr>
          <a:xfrm>
            <a:off x="677334" y="609600"/>
            <a:ext cx="8596668" cy="1320800"/>
          </a:xfrm>
        </p:spPr>
        <p:txBody>
          <a:bodyPr>
            <a:normAutofit/>
          </a:bodyPr>
          <a:lstStyle/>
          <a:p>
            <a:r>
              <a:rPr lang="es-ES" dirty="0"/>
              <a:t>Chat básico. Formas de tratamiento mensaje</a:t>
            </a:r>
          </a:p>
        </p:txBody>
      </p:sp>
      <p:graphicFrame>
        <p:nvGraphicFramePr>
          <p:cNvPr id="48" name="Marcador de contenido 2">
            <a:extLst>
              <a:ext uri="{FF2B5EF4-FFF2-40B4-BE49-F238E27FC236}">
                <a16:creationId xmlns:a16="http://schemas.microsoft.com/office/drawing/2014/main" id="{67D17DD3-9E4C-579B-D12B-90FF56A33774}"/>
              </a:ext>
            </a:extLst>
          </p:cNvPr>
          <p:cNvGraphicFramePr>
            <a:graphicFrameLocks noGrp="1"/>
          </p:cNvGraphicFramePr>
          <p:nvPr>
            <p:ph idx="1"/>
            <p:extLst>
              <p:ext uri="{D42A27DB-BD31-4B8C-83A1-F6EECF244321}">
                <p14:modId xmlns:p14="http://schemas.microsoft.com/office/powerpoint/2010/main" val="1974720977"/>
              </p:ext>
            </p:extLst>
          </p:nvPr>
        </p:nvGraphicFramePr>
        <p:xfrm>
          <a:off x="677334" y="2160589"/>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a:extLst>
              <a:ext uri="{FF2B5EF4-FFF2-40B4-BE49-F238E27FC236}">
                <a16:creationId xmlns:a16="http://schemas.microsoft.com/office/drawing/2014/main" id="{67456DC1-58C6-4FCF-105E-91688AA9C18F}"/>
              </a:ext>
            </a:extLst>
          </p:cNvPr>
          <p:cNvPicPr>
            <a:picLocks noChangeAspect="1"/>
          </p:cNvPicPr>
          <p:nvPr/>
        </p:nvPicPr>
        <p:blipFill>
          <a:blip r:embed="rId7"/>
          <a:stretch>
            <a:fillRect/>
          </a:stretch>
        </p:blipFill>
        <p:spPr>
          <a:xfrm>
            <a:off x="2761314" y="1343951"/>
            <a:ext cx="4229100" cy="1206500"/>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pic>
        <p:nvPicPr>
          <p:cNvPr id="5" name="Imagen 4">
            <a:extLst>
              <a:ext uri="{FF2B5EF4-FFF2-40B4-BE49-F238E27FC236}">
                <a16:creationId xmlns:a16="http://schemas.microsoft.com/office/drawing/2014/main" id="{EAE09B93-22BF-58F3-4EEC-A86970880248}"/>
              </a:ext>
            </a:extLst>
          </p:cNvPr>
          <p:cNvPicPr>
            <a:picLocks noChangeAspect="1"/>
          </p:cNvPicPr>
          <p:nvPr/>
        </p:nvPicPr>
        <p:blipFill>
          <a:blip r:embed="rId8"/>
          <a:stretch>
            <a:fillRect/>
          </a:stretch>
        </p:blipFill>
        <p:spPr>
          <a:xfrm>
            <a:off x="1690750" y="4832350"/>
            <a:ext cx="4864100" cy="1206500"/>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spTree>
    <p:extLst>
      <p:ext uri="{BB962C8B-B14F-4D97-AF65-F5344CB8AC3E}">
        <p14:creationId xmlns:p14="http://schemas.microsoft.com/office/powerpoint/2010/main" val="1219225156"/>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07FDCACD-2A46-EEE1-725E-0AC56EECBA9B}"/>
              </a:ext>
            </a:extLst>
          </p:cNvPr>
          <p:cNvSpPr>
            <a:spLocks noGrp="1"/>
          </p:cNvSpPr>
          <p:nvPr>
            <p:ph type="title"/>
          </p:nvPr>
        </p:nvSpPr>
        <p:spPr>
          <a:xfrm>
            <a:off x="677334" y="609600"/>
            <a:ext cx="8596668" cy="1320800"/>
          </a:xfrm>
        </p:spPr>
        <p:txBody>
          <a:bodyPr>
            <a:normAutofit/>
          </a:bodyPr>
          <a:lstStyle/>
          <a:p>
            <a:r>
              <a:rPr lang="es-ES" dirty="0"/>
              <a:t>Chat con memoria</a:t>
            </a:r>
            <a:br>
              <a:rPr lang="es-ES" dirty="0"/>
            </a:br>
            <a:endParaRPr lang="es-ES" dirty="0"/>
          </a:p>
        </p:txBody>
      </p:sp>
      <p:graphicFrame>
        <p:nvGraphicFramePr>
          <p:cNvPr id="22" name="Marcador de contenido 2">
            <a:extLst>
              <a:ext uri="{FF2B5EF4-FFF2-40B4-BE49-F238E27FC236}">
                <a16:creationId xmlns:a16="http://schemas.microsoft.com/office/drawing/2014/main" id="{47AEB9FB-30D7-71FA-1B12-C6BC0AF17ED9}"/>
              </a:ext>
            </a:extLst>
          </p:cNvPr>
          <p:cNvGraphicFramePr>
            <a:graphicFrameLocks noGrp="1"/>
          </p:cNvGraphicFramePr>
          <p:nvPr>
            <p:ph idx="1"/>
            <p:extLst>
              <p:ext uri="{D42A27DB-BD31-4B8C-83A1-F6EECF244321}">
                <p14:modId xmlns:p14="http://schemas.microsoft.com/office/powerpoint/2010/main" val="1937611411"/>
              </p:ext>
            </p:extLst>
          </p:nvPr>
        </p:nvGraphicFramePr>
        <p:xfrm>
          <a:off x="677334" y="2160589"/>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4778455"/>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31367CD0-DBF9-1526-CE52-A38CDBDBF0A5}"/>
              </a:ext>
            </a:extLst>
          </p:cNvPr>
          <p:cNvSpPr>
            <a:spLocks noGrp="1"/>
          </p:cNvSpPr>
          <p:nvPr>
            <p:ph type="title"/>
          </p:nvPr>
        </p:nvSpPr>
        <p:spPr>
          <a:xfrm>
            <a:off x="677334" y="609600"/>
            <a:ext cx="8596668" cy="1320800"/>
          </a:xfrm>
        </p:spPr>
        <p:txBody>
          <a:bodyPr>
            <a:normAutofit/>
          </a:bodyPr>
          <a:lstStyle/>
          <a:p>
            <a:r>
              <a:rPr lang="es-ES" dirty="0"/>
              <a:t>Chat con memoria</a:t>
            </a:r>
          </a:p>
        </p:txBody>
      </p:sp>
      <p:graphicFrame>
        <p:nvGraphicFramePr>
          <p:cNvPr id="24" name="Marcador de contenido 2">
            <a:extLst>
              <a:ext uri="{FF2B5EF4-FFF2-40B4-BE49-F238E27FC236}">
                <a16:creationId xmlns:a16="http://schemas.microsoft.com/office/drawing/2014/main" id="{1DC94AF1-C3FF-C555-44C2-D74BA72EAA10}"/>
              </a:ext>
            </a:extLst>
          </p:cNvPr>
          <p:cNvGraphicFramePr>
            <a:graphicFrameLocks noGrp="1"/>
          </p:cNvGraphicFramePr>
          <p:nvPr>
            <p:ph idx="1"/>
            <p:extLst>
              <p:ext uri="{D42A27DB-BD31-4B8C-83A1-F6EECF244321}">
                <p14:modId xmlns:p14="http://schemas.microsoft.com/office/powerpoint/2010/main" val="4101471976"/>
              </p:ext>
            </p:extLst>
          </p:nvPr>
        </p:nvGraphicFramePr>
        <p:xfrm>
          <a:off x="677334" y="1912347"/>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a:extLst>
              <a:ext uri="{FF2B5EF4-FFF2-40B4-BE49-F238E27FC236}">
                <a16:creationId xmlns:a16="http://schemas.microsoft.com/office/drawing/2014/main" id="{7F3765ED-5BC6-0455-093C-2FEDCB3D1D77}"/>
              </a:ext>
            </a:extLst>
          </p:cNvPr>
          <p:cNvPicPr>
            <a:picLocks noChangeAspect="1"/>
          </p:cNvPicPr>
          <p:nvPr/>
        </p:nvPicPr>
        <p:blipFill>
          <a:blip r:embed="rId7"/>
          <a:stretch>
            <a:fillRect/>
          </a:stretch>
        </p:blipFill>
        <p:spPr>
          <a:xfrm>
            <a:off x="1073798" y="4762500"/>
            <a:ext cx="3606464" cy="1346200"/>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pic>
        <p:nvPicPr>
          <p:cNvPr id="5" name="Imagen 4">
            <a:extLst>
              <a:ext uri="{FF2B5EF4-FFF2-40B4-BE49-F238E27FC236}">
                <a16:creationId xmlns:a16="http://schemas.microsoft.com/office/drawing/2014/main" id="{700C083B-715F-E374-1CCF-42699CEBDEFC}"/>
              </a:ext>
            </a:extLst>
          </p:cNvPr>
          <p:cNvPicPr>
            <a:picLocks noChangeAspect="1"/>
          </p:cNvPicPr>
          <p:nvPr/>
        </p:nvPicPr>
        <p:blipFill>
          <a:blip r:embed="rId8"/>
          <a:stretch>
            <a:fillRect/>
          </a:stretch>
        </p:blipFill>
        <p:spPr>
          <a:xfrm>
            <a:off x="5147692" y="609600"/>
            <a:ext cx="3746662" cy="1274831"/>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spTree>
    <p:extLst>
      <p:ext uri="{BB962C8B-B14F-4D97-AF65-F5344CB8AC3E}">
        <p14:creationId xmlns:p14="http://schemas.microsoft.com/office/powerpoint/2010/main" val="2274328047"/>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698852EA-33D9-0BE6-2944-D3B9485E1F7A}"/>
              </a:ext>
            </a:extLst>
          </p:cNvPr>
          <p:cNvSpPr>
            <a:spLocks noGrp="1"/>
          </p:cNvSpPr>
          <p:nvPr>
            <p:ph type="title"/>
          </p:nvPr>
        </p:nvSpPr>
        <p:spPr>
          <a:xfrm>
            <a:off x="677334" y="609600"/>
            <a:ext cx="8596668" cy="1320800"/>
          </a:xfrm>
        </p:spPr>
        <p:txBody>
          <a:bodyPr>
            <a:normAutofit/>
          </a:bodyPr>
          <a:lstStyle/>
          <a:p>
            <a:r>
              <a:rPr lang="es-ES" dirty="0"/>
              <a:t>MCP. Conceptos</a:t>
            </a:r>
          </a:p>
        </p:txBody>
      </p:sp>
      <p:graphicFrame>
        <p:nvGraphicFramePr>
          <p:cNvPr id="22" name="Marcador de contenido 2">
            <a:extLst>
              <a:ext uri="{FF2B5EF4-FFF2-40B4-BE49-F238E27FC236}">
                <a16:creationId xmlns:a16="http://schemas.microsoft.com/office/drawing/2014/main" id="{E62A1033-D869-6D20-7931-E762A9380FD7}"/>
              </a:ext>
            </a:extLst>
          </p:cNvPr>
          <p:cNvGraphicFramePr>
            <a:graphicFrameLocks noGrp="1"/>
          </p:cNvGraphicFramePr>
          <p:nvPr>
            <p:ph idx="1"/>
            <p:extLst>
              <p:ext uri="{D42A27DB-BD31-4B8C-83A1-F6EECF244321}">
                <p14:modId xmlns:p14="http://schemas.microsoft.com/office/powerpoint/2010/main" val="4115748437"/>
              </p:ext>
            </p:extLst>
          </p:nvPr>
        </p:nvGraphicFramePr>
        <p:xfrm>
          <a:off x="677334" y="2160589"/>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3029804"/>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64D09501-CD9A-036D-B384-873D04C7ECE8}"/>
              </a:ext>
            </a:extLst>
          </p:cNvPr>
          <p:cNvSpPr>
            <a:spLocks noGrp="1"/>
          </p:cNvSpPr>
          <p:nvPr>
            <p:ph type="title"/>
          </p:nvPr>
        </p:nvSpPr>
        <p:spPr>
          <a:xfrm>
            <a:off x="677334" y="609600"/>
            <a:ext cx="8596668" cy="1320800"/>
          </a:xfrm>
        </p:spPr>
        <p:txBody>
          <a:bodyPr>
            <a:normAutofit/>
          </a:bodyPr>
          <a:lstStyle/>
          <a:p>
            <a:r>
              <a:rPr lang="es-ES" dirty="0"/>
              <a:t>MCP. Server</a:t>
            </a:r>
          </a:p>
        </p:txBody>
      </p:sp>
      <p:graphicFrame>
        <p:nvGraphicFramePr>
          <p:cNvPr id="23" name="Marcador de contenido 2">
            <a:extLst>
              <a:ext uri="{FF2B5EF4-FFF2-40B4-BE49-F238E27FC236}">
                <a16:creationId xmlns:a16="http://schemas.microsoft.com/office/drawing/2014/main" id="{64CC9196-DD72-7211-12BC-A1377CEB5378}"/>
              </a:ext>
            </a:extLst>
          </p:cNvPr>
          <p:cNvGraphicFramePr>
            <a:graphicFrameLocks noGrp="1"/>
          </p:cNvGraphicFramePr>
          <p:nvPr>
            <p:ph idx="1"/>
            <p:extLst>
              <p:ext uri="{D42A27DB-BD31-4B8C-83A1-F6EECF244321}">
                <p14:modId xmlns:p14="http://schemas.microsoft.com/office/powerpoint/2010/main" val="2629747452"/>
              </p:ext>
            </p:extLst>
          </p:nvPr>
        </p:nvGraphicFramePr>
        <p:xfrm>
          <a:off x="4686390" y="1855464"/>
          <a:ext cx="4587612"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Imagen 8">
            <a:extLst>
              <a:ext uri="{FF2B5EF4-FFF2-40B4-BE49-F238E27FC236}">
                <a16:creationId xmlns:a16="http://schemas.microsoft.com/office/drawing/2014/main" id="{E9427503-155A-4329-4731-8A39012EB426}"/>
              </a:ext>
            </a:extLst>
          </p:cNvPr>
          <p:cNvPicPr>
            <a:picLocks noChangeAspect="1"/>
          </p:cNvPicPr>
          <p:nvPr/>
        </p:nvPicPr>
        <p:blipFill>
          <a:blip r:embed="rId7"/>
          <a:stretch>
            <a:fillRect/>
          </a:stretch>
        </p:blipFill>
        <p:spPr>
          <a:xfrm>
            <a:off x="674160" y="1501726"/>
            <a:ext cx="4124315" cy="1732084"/>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pic>
        <p:nvPicPr>
          <p:cNvPr id="21" name="Imagen 20">
            <a:extLst>
              <a:ext uri="{FF2B5EF4-FFF2-40B4-BE49-F238E27FC236}">
                <a16:creationId xmlns:a16="http://schemas.microsoft.com/office/drawing/2014/main" id="{99A889BE-F4F4-6CFC-1591-CEEB34BA0A08}"/>
              </a:ext>
            </a:extLst>
          </p:cNvPr>
          <p:cNvPicPr>
            <a:picLocks noChangeAspect="1"/>
          </p:cNvPicPr>
          <p:nvPr/>
        </p:nvPicPr>
        <p:blipFill>
          <a:blip r:embed="rId8"/>
          <a:stretch>
            <a:fillRect/>
          </a:stretch>
        </p:blipFill>
        <p:spPr>
          <a:xfrm>
            <a:off x="528062" y="4013200"/>
            <a:ext cx="4342062" cy="1732084"/>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spTree>
    <p:extLst>
      <p:ext uri="{BB962C8B-B14F-4D97-AF65-F5344CB8AC3E}">
        <p14:creationId xmlns:p14="http://schemas.microsoft.com/office/powerpoint/2010/main" val="2289435803"/>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A35884F8-7B57-69D8-9E09-EC0F10E51D7E}"/>
              </a:ext>
            </a:extLst>
          </p:cNvPr>
          <p:cNvSpPr>
            <a:spLocks noGrp="1"/>
          </p:cNvSpPr>
          <p:nvPr>
            <p:ph type="title"/>
          </p:nvPr>
        </p:nvSpPr>
        <p:spPr>
          <a:xfrm>
            <a:off x="677334" y="609600"/>
            <a:ext cx="8596668" cy="1320800"/>
          </a:xfrm>
        </p:spPr>
        <p:txBody>
          <a:bodyPr>
            <a:normAutofit/>
          </a:bodyPr>
          <a:lstStyle/>
          <a:p>
            <a:r>
              <a:rPr lang="es-ES"/>
              <a:t>MCP. Client</a:t>
            </a:r>
            <a:endParaRPr lang="es-ES" dirty="0"/>
          </a:p>
        </p:txBody>
      </p:sp>
      <p:sp>
        <p:nvSpPr>
          <p:cNvPr id="3" name="Marcador de contenido 2">
            <a:extLst>
              <a:ext uri="{FF2B5EF4-FFF2-40B4-BE49-F238E27FC236}">
                <a16:creationId xmlns:a16="http://schemas.microsoft.com/office/drawing/2014/main" id="{4C1830B7-903E-776B-B059-C8BF7CC82BB2}"/>
              </a:ext>
            </a:extLst>
          </p:cNvPr>
          <p:cNvSpPr>
            <a:spLocks noGrp="1"/>
          </p:cNvSpPr>
          <p:nvPr>
            <p:ph idx="1"/>
          </p:nvPr>
        </p:nvSpPr>
        <p:spPr>
          <a:xfrm>
            <a:off x="717698" y="1484379"/>
            <a:ext cx="8596668" cy="3880773"/>
          </a:xfrm>
        </p:spPr>
        <p:txBody>
          <a:bodyPr>
            <a:normAutofit/>
          </a:bodyPr>
          <a:lstStyle/>
          <a:p>
            <a:r>
              <a:rPr lang="es-ES"/>
              <a:t>Es el indicador de utilizar las ”tools” para poder obtener información o realizar ciertas acciones.</a:t>
            </a:r>
            <a:endParaRPr lang="es-ES" dirty="0"/>
          </a:p>
        </p:txBody>
      </p:sp>
      <p:pic>
        <p:nvPicPr>
          <p:cNvPr id="4" name="Imagen 3">
            <a:extLst>
              <a:ext uri="{FF2B5EF4-FFF2-40B4-BE49-F238E27FC236}">
                <a16:creationId xmlns:a16="http://schemas.microsoft.com/office/drawing/2014/main" id="{BE7E2ABD-0970-0D8A-16D4-EF9ECEAAAE55}"/>
              </a:ext>
            </a:extLst>
          </p:cNvPr>
          <p:cNvPicPr>
            <a:picLocks noChangeAspect="1"/>
          </p:cNvPicPr>
          <p:nvPr/>
        </p:nvPicPr>
        <p:blipFill>
          <a:blip r:embed="rId2"/>
          <a:stretch>
            <a:fillRect/>
          </a:stretch>
        </p:blipFill>
        <p:spPr>
          <a:xfrm>
            <a:off x="5826460" y="2021946"/>
            <a:ext cx="4028854" cy="2426041"/>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pic>
        <p:nvPicPr>
          <p:cNvPr id="5" name="Imagen 4">
            <a:extLst>
              <a:ext uri="{FF2B5EF4-FFF2-40B4-BE49-F238E27FC236}">
                <a16:creationId xmlns:a16="http://schemas.microsoft.com/office/drawing/2014/main" id="{92E70E9B-826E-B091-10D2-4611E249C3F7}"/>
              </a:ext>
            </a:extLst>
          </p:cNvPr>
          <p:cNvPicPr>
            <a:picLocks noChangeAspect="1"/>
          </p:cNvPicPr>
          <p:nvPr/>
        </p:nvPicPr>
        <p:blipFill>
          <a:blip r:embed="rId3"/>
          <a:stretch>
            <a:fillRect/>
          </a:stretch>
        </p:blipFill>
        <p:spPr>
          <a:xfrm>
            <a:off x="505380" y="1938867"/>
            <a:ext cx="5012562" cy="2988734"/>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spTree>
    <p:extLst>
      <p:ext uri="{BB962C8B-B14F-4D97-AF65-F5344CB8AC3E}">
        <p14:creationId xmlns:p14="http://schemas.microsoft.com/office/powerpoint/2010/main" val="4267184433"/>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26">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8" name="Straight Connector 27">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0" name="Straight Connector 28">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51"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2" name="Isosceles Triangle 31">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52"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4"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5"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6" name="Isosceles Triangle 35">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7" name="Isosceles Triangle 36">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5D26518F-363E-A4BD-F76E-41EB8EF9A4AF}"/>
              </a:ext>
            </a:extLst>
          </p:cNvPr>
          <p:cNvSpPr>
            <a:spLocks noGrp="1"/>
          </p:cNvSpPr>
          <p:nvPr>
            <p:ph type="title"/>
          </p:nvPr>
        </p:nvSpPr>
        <p:spPr>
          <a:xfrm>
            <a:off x="677334" y="609600"/>
            <a:ext cx="8596668" cy="1320800"/>
          </a:xfrm>
        </p:spPr>
        <p:txBody>
          <a:bodyPr>
            <a:normAutofit/>
          </a:bodyPr>
          <a:lstStyle/>
          <a:p>
            <a:r>
              <a:rPr lang="es-ES" dirty="0"/>
              <a:t>Vector </a:t>
            </a:r>
            <a:r>
              <a:rPr lang="es-ES" dirty="0" err="1"/>
              <a:t>databases</a:t>
            </a:r>
            <a:endParaRPr lang="es-ES" dirty="0"/>
          </a:p>
        </p:txBody>
      </p:sp>
      <p:graphicFrame>
        <p:nvGraphicFramePr>
          <p:cNvPr id="54" name="Marcador de contenido 2">
            <a:extLst>
              <a:ext uri="{FF2B5EF4-FFF2-40B4-BE49-F238E27FC236}">
                <a16:creationId xmlns:a16="http://schemas.microsoft.com/office/drawing/2014/main" id="{1D9EEB21-847D-B965-E2AA-96C043119BB1}"/>
              </a:ext>
            </a:extLst>
          </p:cNvPr>
          <p:cNvGraphicFramePr>
            <a:graphicFrameLocks noGrp="1"/>
          </p:cNvGraphicFramePr>
          <p:nvPr>
            <p:ph idx="1"/>
            <p:extLst>
              <p:ext uri="{D42A27DB-BD31-4B8C-83A1-F6EECF244321}">
                <p14:modId xmlns:p14="http://schemas.microsoft.com/office/powerpoint/2010/main" val="1259184528"/>
              </p:ext>
            </p:extLst>
          </p:nvPr>
        </p:nvGraphicFramePr>
        <p:xfrm>
          <a:off x="677334" y="2160589"/>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4261359"/>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F4398C62-15EA-8BBB-CB89-B3CD6FC93CC2}"/>
              </a:ext>
            </a:extLst>
          </p:cNvPr>
          <p:cNvSpPr>
            <a:spLocks noGrp="1"/>
          </p:cNvSpPr>
          <p:nvPr>
            <p:ph type="title"/>
          </p:nvPr>
        </p:nvSpPr>
        <p:spPr>
          <a:xfrm>
            <a:off x="677334" y="609600"/>
            <a:ext cx="8596668" cy="1320800"/>
          </a:xfrm>
        </p:spPr>
        <p:txBody>
          <a:bodyPr>
            <a:normAutofit/>
          </a:bodyPr>
          <a:lstStyle/>
          <a:p>
            <a:r>
              <a:rPr lang="es-ES" dirty="0"/>
              <a:t>Vector </a:t>
            </a:r>
            <a:r>
              <a:rPr lang="es-ES" dirty="0" err="1"/>
              <a:t>databases</a:t>
            </a:r>
            <a:r>
              <a:rPr lang="es-ES" dirty="0"/>
              <a:t>. </a:t>
            </a:r>
            <a:r>
              <a:rPr lang="es-ES" dirty="0" err="1"/>
              <a:t>Indices</a:t>
            </a:r>
            <a:r>
              <a:rPr lang="es-ES" dirty="0"/>
              <a:t> </a:t>
            </a:r>
            <a:r>
              <a:rPr lang="es-ES" dirty="0" err="1"/>
              <a:t>IVVFlat</a:t>
            </a:r>
            <a:r>
              <a:rPr lang="es-ES" dirty="0"/>
              <a:t> PG Vector</a:t>
            </a:r>
          </a:p>
        </p:txBody>
      </p:sp>
      <p:graphicFrame>
        <p:nvGraphicFramePr>
          <p:cNvPr id="22" name="Marcador de contenido 2">
            <a:extLst>
              <a:ext uri="{FF2B5EF4-FFF2-40B4-BE49-F238E27FC236}">
                <a16:creationId xmlns:a16="http://schemas.microsoft.com/office/drawing/2014/main" id="{74756C47-CA77-ADEC-534A-E82C8F82B810}"/>
              </a:ext>
            </a:extLst>
          </p:cNvPr>
          <p:cNvGraphicFramePr>
            <a:graphicFrameLocks noGrp="1"/>
          </p:cNvGraphicFramePr>
          <p:nvPr>
            <p:ph idx="1"/>
            <p:extLst>
              <p:ext uri="{D42A27DB-BD31-4B8C-83A1-F6EECF244321}">
                <p14:modId xmlns:p14="http://schemas.microsoft.com/office/powerpoint/2010/main" val="664102715"/>
              </p:ext>
            </p:extLst>
          </p:nvPr>
        </p:nvGraphicFramePr>
        <p:xfrm>
          <a:off x="677334" y="1912347"/>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a:extLst>
              <a:ext uri="{FF2B5EF4-FFF2-40B4-BE49-F238E27FC236}">
                <a16:creationId xmlns:a16="http://schemas.microsoft.com/office/drawing/2014/main" id="{6D4F7829-4A6A-8F1E-2D18-143EC7D2625F}"/>
              </a:ext>
            </a:extLst>
          </p:cNvPr>
          <p:cNvPicPr>
            <a:picLocks noChangeAspect="1"/>
          </p:cNvPicPr>
          <p:nvPr/>
        </p:nvPicPr>
        <p:blipFill>
          <a:blip r:embed="rId7"/>
          <a:stretch>
            <a:fillRect/>
          </a:stretch>
        </p:blipFill>
        <p:spPr>
          <a:xfrm>
            <a:off x="1499721" y="5435600"/>
            <a:ext cx="7048500" cy="660400"/>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spTree>
    <p:extLst>
      <p:ext uri="{BB962C8B-B14F-4D97-AF65-F5344CB8AC3E}">
        <p14:creationId xmlns:p14="http://schemas.microsoft.com/office/powerpoint/2010/main" val="95338906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96201957-24F0-E235-FEAE-84C126F7847B}"/>
              </a:ext>
            </a:extLst>
          </p:cNvPr>
          <p:cNvSpPr>
            <a:spLocks noGrp="1"/>
          </p:cNvSpPr>
          <p:nvPr>
            <p:ph type="title"/>
          </p:nvPr>
        </p:nvSpPr>
        <p:spPr>
          <a:xfrm>
            <a:off x="677334" y="609600"/>
            <a:ext cx="8596668" cy="1320800"/>
          </a:xfrm>
        </p:spPr>
        <p:txBody>
          <a:bodyPr>
            <a:normAutofit/>
          </a:bodyPr>
          <a:lstStyle/>
          <a:p>
            <a:r>
              <a:rPr lang="es-ES" dirty="0"/>
              <a:t>Vector </a:t>
            </a:r>
            <a:r>
              <a:rPr lang="es-ES" dirty="0" err="1"/>
              <a:t>databases</a:t>
            </a:r>
            <a:r>
              <a:rPr lang="es-ES" dirty="0"/>
              <a:t>. </a:t>
            </a:r>
            <a:r>
              <a:rPr lang="es-ES" dirty="0" err="1"/>
              <a:t>Indices</a:t>
            </a:r>
            <a:r>
              <a:rPr lang="es-ES" dirty="0"/>
              <a:t> </a:t>
            </a:r>
            <a:r>
              <a:rPr lang="es-ES" b="1" dirty="0"/>
              <a:t>HNSW</a:t>
            </a:r>
            <a:br>
              <a:rPr lang="es-ES" b="1" dirty="0"/>
            </a:br>
            <a:r>
              <a:rPr lang="es-ES" dirty="0"/>
              <a:t> PG Vector</a:t>
            </a:r>
          </a:p>
        </p:txBody>
      </p:sp>
      <p:graphicFrame>
        <p:nvGraphicFramePr>
          <p:cNvPr id="22" name="Marcador de contenido 2">
            <a:extLst>
              <a:ext uri="{FF2B5EF4-FFF2-40B4-BE49-F238E27FC236}">
                <a16:creationId xmlns:a16="http://schemas.microsoft.com/office/drawing/2014/main" id="{A46FF6FB-176A-6287-8C98-1ACB6933C8A5}"/>
              </a:ext>
            </a:extLst>
          </p:cNvPr>
          <p:cNvGraphicFramePr>
            <a:graphicFrameLocks noGrp="1"/>
          </p:cNvGraphicFramePr>
          <p:nvPr>
            <p:ph idx="1"/>
            <p:extLst>
              <p:ext uri="{D42A27DB-BD31-4B8C-83A1-F6EECF244321}">
                <p14:modId xmlns:p14="http://schemas.microsoft.com/office/powerpoint/2010/main" val="3293906644"/>
              </p:ext>
            </p:extLst>
          </p:nvPr>
        </p:nvGraphicFramePr>
        <p:xfrm>
          <a:off x="677334" y="1938867"/>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a:extLst>
              <a:ext uri="{FF2B5EF4-FFF2-40B4-BE49-F238E27FC236}">
                <a16:creationId xmlns:a16="http://schemas.microsoft.com/office/drawing/2014/main" id="{B795919E-4BAA-7853-874E-849E8CE6BFAE}"/>
              </a:ext>
            </a:extLst>
          </p:cNvPr>
          <p:cNvPicPr>
            <a:picLocks noChangeAspect="1"/>
          </p:cNvPicPr>
          <p:nvPr/>
        </p:nvPicPr>
        <p:blipFill>
          <a:blip r:embed="rId7"/>
          <a:stretch>
            <a:fillRect/>
          </a:stretch>
        </p:blipFill>
        <p:spPr>
          <a:xfrm>
            <a:off x="2297423" y="5828107"/>
            <a:ext cx="5107709" cy="489084"/>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spTree>
    <p:extLst>
      <p:ext uri="{BB962C8B-B14F-4D97-AF65-F5344CB8AC3E}">
        <p14:creationId xmlns:p14="http://schemas.microsoft.com/office/powerpoint/2010/main" val="3773324395"/>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B17F1485-92AE-26B7-1EBF-6792BCB8586C}"/>
              </a:ext>
            </a:extLst>
          </p:cNvPr>
          <p:cNvSpPr>
            <a:spLocks noGrp="1"/>
          </p:cNvSpPr>
          <p:nvPr>
            <p:ph type="title"/>
          </p:nvPr>
        </p:nvSpPr>
        <p:spPr>
          <a:xfrm>
            <a:off x="677334" y="609600"/>
            <a:ext cx="8596668" cy="1320800"/>
          </a:xfrm>
        </p:spPr>
        <p:txBody>
          <a:bodyPr>
            <a:normAutofit/>
          </a:bodyPr>
          <a:lstStyle/>
          <a:p>
            <a:r>
              <a:rPr lang="es-ES" dirty="0"/>
              <a:t>Vector </a:t>
            </a:r>
            <a:r>
              <a:rPr lang="es-ES" dirty="0" err="1"/>
              <a:t>databases</a:t>
            </a:r>
            <a:r>
              <a:rPr lang="es-ES" dirty="0"/>
              <a:t>. Sin </a:t>
            </a:r>
            <a:r>
              <a:rPr lang="es-ES" dirty="0" err="1"/>
              <a:t>indices</a:t>
            </a:r>
            <a:br>
              <a:rPr lang="es-ES" b="1" dirty="0"/>
            </a:br>
            <a:r>
              <a:rPr lang="es-ES" dirty="0"/>
              <a:t> PG Vector</a:t>
            </a:r>
          </a:p>
        </p:txBody>
      </p:sp>
      <p:graphicFrame>
        <p:nvGraphicFramePr>
          <p:cNvPr id="22" name="Marcador de contenido 2">
            <a:extLst>
              <a:ext uri="{FF2B5EF4-FFF2-40B4-BE49-F238E27FC236}">
                <a16:creationId xmlns:a16="http://schemas.microsoft.com/office/drawing/2014/main" id="{269D1143-635C-038E-2608-11186673A74A}"/>
              </a:ext>
            </a:extLst>
          </p:cNvPr>
          <p:cNvGraphicFramePr>
            <a:graphicFrameLocks noGrp="1"/>
          </p:cNvGraphicFramePr>
          <p:nvPr>
            <p:ph idx="1"/>
            <p:extLst>
              <p:ext uri="{D42A27DB-BD31-4B8C-83A1-F6EECF244321}">
                <p14:modId xmlns:p14="http://schemas.microsoft.com/office/powerpoint/2010/main" val="607542186"/>
              </p:ext>
            </p:extLst>
          </p:nvPr>
        </p:nvGraphicFramePr>
        <p:xfrm>
          <a:off x="707583" y="1930400"/>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a:extLst>
              <a:ext uri="{FF2B5EF4-FFF2-40B4-BE49-F238E27FC236}">
                <a16:creationId xmlns:a16="http://schemas.microsoft.com/office/drawing/2014/main" id="{CA535DC1-0C07-E88F-BECE-0302398704AB}"/>
              </a:ext>
            </a:extLst>
          </p:cNvPr>
          <p:cNvPicPr>
            <a:picLocks noChangeAspect="1"/>
          </p:cNvPicPr>
          <p:nvPr/>
        </p:nvPicPr>
        <p:blipFill>
          <a:blip r:embed="rId7"/>
          <a:stretch>
            <a:fillRect/>
          </a:stretch>
        </p:blipFill>
        <p:spPr>
          <a:xfrm>
            <a:off x="1156316" y="5041900"/>
            <a:ext cx="4419600" cy="1206500"/>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spTree>
    <p:extLst>
      <p:ext uri="{BB962C8B-B14F-4D97-AF65-F5344CB8AC3E}">
        <p14:creationId xmlns:p14="http://schemas.microsoft.com/office/powerpoint/2010/main" val="1491892656"/>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268154F3-15C4-666E-6BD7-6E1AE7127AF3}"/>
              </a:ext>
            </a:extLst>
          </p:cNvPr>
          <p:cNvSpPr>
            <a:spLocks noGrp="1"/>
          </p:cNvSpPr>
          <p:nvPr>
            <p:ph type="title"/>
          </p:nvPr>
        </p:nvSpPr>
        <p:spPr>
          <a:xfrm>
            <a:off x="677334" y="609600"/>
            <a:ext cx="8596668" cy="1320800"/>
          </a:xfrm>
        </p:spPr>
        <p:txBody>
          <a:bodyPr>
            <a:normAutofit/>
          </a:bodyPr>
          <a:lstStyle/>
          <a:p>
            <a:r>
              <a:rPr lang="es-ES" dirty="0"/>
              <a:t>Vector </a:t>
            </a:r>
            <a:r>
              <a:rPr lang="es-ES" dirty="0" err="1"/>
              <a:t>databases</a:t>
            </a:r>
            <a:r>
              <a:rPr lang="es-ES" dirty="0"/>
              <a:t>. Comparativa índices PG Vector</a:t>
            </a:r>
          </a:p>
        </p:txBody>
      </p:sp>
      <p:graphicFrame>
        <p:nvGraphicFramePr>
          <p:cNvPr id="4" name="Marcador de contenido 3">
            <a:extLst>
              <a:ext uri="{FF2B5EF4-FFF2-40B4-BE49-F238E27FC236}">
                <a16:creationId xmlns:a16="http://schemas.microsoft.com/office/drawing/2014/main" id="{C4CBBB5A-B718-3223-7360-1F17D4E7008A}"/>
              </a:ext>
            </a:extLst>
          </p:cNvPr>
          <p:cNvGraphicFramePr>
            <a:graphicFrameLocks noGrp="1"/>
          </p:cNvGraphicFramePr>
          <p:nvPr>
            <p:ph idx="1"/>
            <p:extLst>
              <p:ext uri="{D42A27DB-BD31-4B8C-83A1-F6EECF244321}">
                <p14:modId xmlns:p14="http://schemas.microsoft.com/office/powerpoint/2010/main" val="224932765"/>
              </p:ext>
            </p:extLst>
          </p:nvPr>
        </p:nvGraphicFramePr>
        <p:xfrm>
          <a:off x="296924" y="2641600"/>
          <a:ext cx="9690630" cy="1752600"/>
        </p:xfrm>
        <a:graphic>
          <a:graphicData uri="http://schemas.openxmlformats.org/drawingml/2006/table">
            <a:tbl>
              <a:tblPr firstRow="1" bandRow="1">
                <a:tableStyleId>{5C22544A-7EE6-4342-B048-85BDC9FD1C3A}</a:tableStyleId>
              </a:tblPr>
              <a:tblGrid>
                <a:gridCol w="1615105">
                  <a:extLst>
                    <a:ext uri="{9D8B030D-6E8A-4147-A177-3AD203B41FA5}">
                      <a16:colId xmlns:a16="http://schemas.microsoft.com/office/drawing/2014/main" val="3404369621"/>
                    </a:ext>
                  </a:extLst>
                </a:gridCol>
                <a:gridCol w="1615105">
                  <a:extLst>
                    <a:ext uri="{9D8B030D-6E8A-4147-A177-3AD203B41FA5}">
                      <a16:colId xmlns:a16="http://schemas.microsoft.com/office/drawing/2014/main" val="1576099668"/>
                    </a:ext>
                  </a:extLst>
                </a:gridCol>
                <a:gridCol w="1615105">
                  <a:extLst>
                    <a:ext uri="{9D8B030D-6E8A-4147-A177-3AD203B41FA5}">
                      <a16:colId xmlns:a16="http://schemas.microsoft.com/office/drawing/2014/main" val="2254980685"/>
                    </a:ext>
                  </a:extLst>
                </a:gridCol>
                <a:gridCol w="1615105">
                  <a:extLst>
                    <a:ext uri="{9D8B030D-6E8A-4147-A177-3AD203B41FA5}">
                      <a16:colId xmlns:a16="http://schemas.microsoft.com/office/drawing/2014/main" val="234159919"/>
                    </a:ext>
                  </a:extLst>
                </a:gridCol>
                <a:gridCol w="1615105">
                  <a:extLst>
                    <a:ext uri="{9D8B030D-6E8A-4147-A177-3AD203B41FA5}">
                      <a16:colId xmlns:a16="http://schemas.microsoft.com/office/drawing/2014/main" val="3383958283"/>
                    </a:ext>
                  </a:extLst>
                </a:gridCol>
                <a:gridCol w="1615105">
                  <a:extLst>
                    <a:ext uri="{9D8B030D-6E8A-4147-A177-3AD203B41FA5}">
                      <a16:colId xmlns:a16="http://schemas.microsoft.com/office/drawing/2014/main" val="4082423931"/>
                    </a:ext>
                  </a:extLst>
                </a:gridCol>
              </a:tblGrid>
              <a:tr h="370840">
                <a:tc>
                  <a:txBody>
                    <a:bodyPr/>
                    <a:lstStyle/>
                    <a:p>
                      <a:r>
                        <a:rPr lang="es-ES" dirty="0"/>
                        <a:t>Índice</a:t>
                      </a:r>
                    </a:p>
                  </a:txBody>
                  <a:tcPr/>
                </a:tc>
                <a:tc>
                  <a:txBody>
                    <a:bodyPr/>
                    <a:lstStyle/>
                    <a:p>
                      <a:r>
                        <a:rPr lang="es-ES" dirty="0"/>
                        <a:t>Velocidad</a:t>
                      </a:r>
                    </a:p>
                  </a:txBody>
                  <a:tcPr/>
                </a:tc>
                <a:tc>
                  <a:txBody>
                    <a:bodyPr/>
                    <a:lstStyle/>
                    <a:p>
                      <a:r>
                        <a:rPr lang="es-ES" dirty="0" err="1"/>
                        <a:t>Recall</a:t>
                      </a:r>
                      <a:endParaRPr lang="es-ES" dirty="0"/>
                    </a:p>
                  </a:txBody>
                  <a:tcPr/>
                </a:tc>
                <a:tc>
                  <a:txBody>
                    <a:bodyPr/>
                    <a:lstStyle/>
                    <a:p>
                      <a:r>
                        <a:rPr lang="es-ES" dirty="0"/>
                        <a:t>Construcción</a:t>
                      </a:r>
                    </a:p>
                  </a:txBody>
                  <a:tcPr/>
                </a:tc>
                <a:tc>
                  <a:txBody>
                    <a:bodyPr/>
                    <a:lstStyle/>
                    <a:p>
                      <a:r>
                        <a:rPr lang="es-ES" dirty="0"/>
                        <a:t>Memoria</a:t>
                      </a:r>
                    </a:p>
                  </a:txBody>
                  <a:tcPr/>
                </a:tc>
                <a:tc>
                  <a:txBody>
                    <a:bodyPr/>
                    <a:lstStyle/>
                    <a:p>
                      <a:r>
                        <a:rPr lang="es-ES" dirty="0"/>
                        <a:t>Inserciones</a:t>
                      </a:r>
                    </a:p>
                  </a:txBody>
                  <a:tcPr/>
                </a:tc>
                <a:extLst>
                  <a:ext uri="{0D108BD9-81ED-4DB2-BD59-A6C34878D82A}">
                    <a16:rowId xmlns:a16="http://schemas.microsoft.com/office/drawing/2014/main" val="4056883623"/>
                  </a:ext>
                </a:extLst>
              </a:tr>
              <a:tr h="370840">
                <a:tc>
                  <a:txBody>
                    <a:bodyPr/>
                    <a:lstStyle/>
                    <a:p>
                      <a:r>
                        <a:rPr lang="es-ES" dirty="0"/>
                        <a:t>IVFFLAT</a:t>
                      </a:r>
                    </a:p>
                  </a:txBody>
                  <a:tcPr/>
                </a:tc>
                <a:tc>
                  <a:txBody>
                    <a:bodyPr/>
                    <a:lstStyle/>
                    <a:p>
                      <a:r>
                        <a:rPr lang="es-ES" sz="1800" b="0" i="0" kern="1200" dirty="0">
                          <a:solidFill>
                            <a:schemeClr val="dk1"/>
                          </a:solidFill>
                          <a:effectLst/>
                          <a:latin typeface="+mn-lt"/>
                          <a:ea typeface="+mn-ea"/>
                          <a:cs typeface="+mn-cs"/>
                        </a:rPr>
                        <a:t>✅ Rápida</a:t>
                      </a:r>
                      <a:endParaRPr lang="es-ES" dirty="0"/>
                    </a:p>
                  </a:txBody>
                  <a:tcPr/>
                </a:tc>
                <a:tc>
                  <a:txBody>
                    <a:bodyPr/>
                    <a:lstStyle/>
                    <a:p>
                      <a:r>
                        <a:rPr lang="es-ES" dirty="0"/>
                        <a:t>Medio</a:t>
                      </a:r>
                    </a:p>
                  </a:txBody>
                  <a:tcPr/>
                </a:tc>
                <a:tc>
                  <a:txBody>
                    <a:bodyPr/>
                    <a:lstStyle/>
                    <a:p>
                      <a:r>
                        <a:rPr lang="es-ES" sz="1800" b="0" i="0" kern="1200" dirty="0">
                          <a:solidFill>
                            <a:schemeClr val="dk1"/>
                          </a:solidFill>
                          <a:effectLst/>
                          <a:latin typeface="+mn-lt"/>
                          <a:ea typeface="+mn-ea"/>
                          <a:cs typeface="+mn-cs"/>
                        </a:rPr>
                        <a:t>✅ Rápida</a:t>
                      </a:r>
                      <a:endParaRPr lang="es-ES" dirty="0"/>
                    </a:p>
                  </a:txBody>
                  <a:tcPr/>
                </a:tc>
                <a:tc>
                  <a:txBody>
                    <a:bodyPr/>
                    <a:lstStyle/>
                    <a:p>
                      <a:r>
                        <a:rPr lang="es-ES" sz="1800" b="0" i="0" kern="1200" dirty="0">
                          <a:solidFill>
                            <a:schemeClr val="dk1"/>
                          </a:solidFill>
                          <a:effectLst/>
                          <a:latin typeface="+mn-lt"/>
                          <a:ea typeface="+mn-ea"/>
                          <a:cs typeface="+mn-cs"/>
                        </a:rPr>
                        <a:t>Baja</a:t>
                      </a:r>
                      <a:endParaRPr lang="es-E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a:solidFill>
                            <a:schemeClr val="dk1"/>
                          </a:solidFill>
                          <a:effectLst/>
                          <a:latin typeface="+mn-lt"/>
                          <a:ea typeface="+mn-ea"/>
                          <a:cs typeface="+mn-cs"/>
                        </a:rPr>
                        <a:t>Degradación</a:t>
                      </a:r>
                    </a:p>
                  </a:txBody>
                  <a:tcPr/>
                </a:tc>
                <a:extLst>
                  <a:ext uri="{0D108BD9-81ED-4DB2-BD59-A6C34878D82A}">
                    <a16:rowId xmlns:a16="http://schemas.microsoft.com/office/drawing/2014/main" val="311027986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a:solidFill>
                            <a:schemeClr val="dk1"/>
                          </a:solidFill>
                          <a:effectLst/>
                          <a:latin typeface="+mn-lt"/>
                          <a:ea typeface="+mn-ea"/>
                          <a:cs typeface="+mn-cs"/>
                        </a:rPr>
                        <a:t>HNSW</a:t>
                      </a:r>
                    </a:p>
                  </a:txBody>
                  <a:tcPr/>
                </a:tc>
                <a:tc>
                  <a:txBody>
                    <a:bodyPr/>
                    <a:lstStyle/>
                    <a:p>
                      <a:r>
                        <a:rPr lang="es-ES" sz="1800" b="0" i="0" kern="1200" dirty="0">
                          <a:solidFill>
                            <a:schemeClr val="dk1"/>
                          </a:solidFill>
                          <a:effectLst/>
                          <a:latin typeface="+mn-lt"/>
                          <a:ea typeface="+mn-ea"/>
                          <a:cs typeface="+mn-cs"/>
                        </a:rPr>
                        <a:t>✅✅ Muy rápida</a:t>
                      </a:r>
                      <a:endParaRPr lang="es-ES" dirty="0"/>
                    </a:p>
                  </a:txBody>
                  <a:tcPr/>
                </a:tc>
                <a:tc>
                  <a:txBody>
                    <a:bodyPr/>
                    <a:lstStyle/>
                    <a:p>
                      <a:r>
                        <a:rPr lang="es-ES" sz="1800" b="0" i="0" kern="1200" dirty="0">
                          <a:solidFill>
                            <a:schemeClr val="dk1"/>
                          </a:solidFill>
                          <a:effectLst/>
                          <a:latin typeface="+mn-lt"/>
                          <a:ea typeface="+mn-ea"/>
                          <a:cs typeface="+mn-cs"/>
                        </a:rPr>
                        <a:t>Alto</a:t>
                      </a:r>
                      <a:endParaRPr lang="es-ES" dirty="0"/>
                    </a:p>
                  </a:txBody>
                  <a:tcPr/>
                </a:tc>
                <a:tc>
                  <a:txBody>
                    <a:bodyPr/>
                    <a:lstStyle/>
                    <a:p>
                      <a:r>
                        <a:rPr lang="es-ES" sz="1800" b="0" i="0" kern="1200" dirty="0">
                          <a:solidFill>
                            <a:schemeClr val="dk1"/>
                          </a:solidFill>
                          <a:effectLst/>
                          <a:latin typeface="+mn-lt"/>
                          <a:ea typeface="+mn-ea"/>
                          <a:cs typeface="+mn-cs"/>
                        </a:rPr>
                        <a:t>❌ Lenta</a:t>
                      </a:r>
                      <a:endParaRPr lang="es-ES" dirty="0"/>
                    </a:p>
                  </a:txBody>
                  <a:tcPr/>
                </a:tc>
                <a:tc>
                  <a:txBody>
                    <a:bodyPr/>
                    <a:lstStyle/>
                    <a:p>
                      <a:r>
                        <a:rPr lang="es-ES" sz="1800" b="0" i="0" kern="1200" dirty="0">
                          <a:solidFill>
                            <a:schemeClr val="dk1"/>
                          </a:solidFill>
                          <a:effectLst/>
                          <a:latin typeface="+mn-lt"/>
                          <a:ea typeface="+mn-ea"/>
                          <a:cs typeface="+mn-cs"/>
                        </a:rPr>
                        <a:t>Alta</a:t>
                      </a:r>
                      <a:endParaRPr lang="es-ES" dirty="0"/>
                    </a:p>
                  </a:txBody>
                  <a:tcPr/>
                </a:tc>
                <a:tc>
                  <a:txBody>
                    <a:bodyPr/>
                    <a:lstStyle/>
                    <a:p>
                      <a:r>
                        <a:rPr lang="es-ES" sz="1800" b="0" i="0" kern="1200" dirty="0">
                          <a:solidFill>
                            <a:schemeClr val="dk1"/>
                          </a:solidFill>
                          <a:effectLst/>
                          <a:latin typeface="+mn-lt"/>
                          <a:ea typeface="+mn-ea"/>
                          <a:cs typeface="+mn-cs"/>
                        </a:rPr>
                        <a:t>✅ Sin problema</a:t>
                      </a:r>
                      <a:endParaRPr lang="es-ES" dirty="0"/>
                    </a:p>
                  </a:txBody>
                  <a:tcPr/>
                </a:tc>
                <a:extLst>
                  <a:ext uri="{0D108BD9-81ED-4DB2-BD59-A6C34878D82A}">
                    <a16:rowId xmlns:a16="http://schemas.microsoft.com/office/drawing/2014/main" val="408932935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1" i="0" kern="1200" dirty="0">
                          <a:solidFill>
                            <a:schemeClr val="dk1"/>
                          </a:solidFill>
                          <a:effectLst/>
                          <a:latin typeface="+mn-lt"/>
                          <a:ea typeface="+mn-ea"/>
                          <a:cs typeface="+mn-cs"/>
                        </a:rPr>
                        <a:t>Flat</a:t>
                      </a:r>
                      <a:endParaRPr lang="es-ES" sz="1800" b="0" kern="1200" dirty="0">
                        <a:solidFill>
                          <a:schemeClr val="dk1"/>
                        </a:solidFill>
                        <a:effectLst/>
                        <a:latin typeface="+mn-lt"/>
                        <a:ea typeface="+mn-ea"/>
                        <a:cs typeface="+mn-cs"/>
                      </a:endParaRPr>
                    </a:p>
                  </a:txBody>
                  <a:tcPr/>
                </a:tc>
                <a:tc>
                  <a:txBody>
                    <a:bodyPr/>
                    <a:lstStyle/>
                    <a:p>
                      <a:r>
                        <a:rPr lang="es-ES" sz="1800" b="0" i="0" kern="1200" dirty="0">
                          <a:solidFill>
                            <a:schemeClr val="dk1"/>
                          </a:solidFill>
                          <a:effectLst/>
                          <a:latin typeface="+mn-lt"/>
                          <a:ea typeface="+mn-ea"/>
                          <a:cs typeface="+mn-cs"/>
                        </a:rPr>
                        <a:t>❌ Lenta</a:t>
                      </a:r>
                      <a:endParaRPr lang="es-ES" dirty="0"/>
                    </a:p>
                  </a:txBody>
                  <a:tcPr/>
                </a:tc>
                <a:tc>
                  <a:txBody>
                    <a:bodyPr/>
                    <a:lstStyle/>
                    <a:p>
                      <a:r>
                        <a:rPr lang="es-ES" sz="1800" b="0" i="0" kern="1200" dirty="0">
                          <a:solidFill>
                            <a:schemeClr val="dk1"/>
                          </a:solidFill>
                          <a:effectLst/>
                          <a:latin typeface="+mn-lt"/>
                          <a:ea typeface="+mn-ea"/>
                          <a:cs typeface="+mn-cs"/>
                        </a:rPr>
                        <a:t>100%</a:t>
                      </a:r>
                      <a:endParaRPr lang="es-ES" dirty="0"/>
                    </a:p>
                  </a:txBody>
                  <a:tcPr/>
                </a:tc>
                <a:tc>
                  <a:txBody>
                    <a:bodyPr/>
                    <a:lstStyle/>
                    <a:p>
                      <a:r>
                        <a:rPr lang="es-ES" dirty="0"/>
                        <a:t>-</a:t>
                      </a:r>
                    </a:p>
                  </a:txBody>
                  <a:tcPr/>
                </a:tc>
                <a:tc>
                  <a:txBody>
                    <a:bodyPr/>
                    <a:lstStyle/>
                    <a:p>
                      <a:r>
                        <a:rPr lang="es-ES" dirty="0"/>
                        <a:t>-</a:t>
                      </a:r>
                    </a:p>
                  </a:txBody>
                  <a:tcPr/>
                </a:tc>
                <a:tc>
                  <a:txBody>
                    <a:bodyPr/>
                    <a:lstStyle/>
                    <a:p>
                      <a:pPr>
                        <a:buNone/>
                      </a:pPr>
                      <a:r>
                        <a:rPr lang="es-ES" dirty="0">
                          <a:effectLst/>
                        </a:rPr>
                        <a:t>✅</a:t>
                      </a:r>
                    </a:p>
                  </a:txBody>
                  <a:tcPr marL="95250" marR="95250" marT="47625" marB="47625" anchor="ctr"/>
                </a:tc>
                <a:extLst>
                  <a:ext uri="{0D108BD9-81ED-4DB2-BD59-A6C34878D82A}">
                    <a16:rowId xmlns:a16="http://schemas.microsoft.com/office/drawing/2014/main" val="2934889910"/>
                  </a:ext>
                </a:extLst>
              </a:tr>
            </a:tbl>
          </a:graphicData>
        </a:graphic>
      </p:graphicFrame>
    </p:spTree>
    <p:extLst>
      <p:ext uri="{BB962C8B-B14F-4D97-AF65-F5344CB8AC3E}">
        <p14:creationId xmlns:p14="http://schemas.microsoft.com/office/powerpoint/2010/main" val="2266952871"/>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A7414080-1338-9D21-56A6-E2018E80508E}"/>
              </a:ext>
            </a:extLst>
          </p:cNvPr>
          <p:cNvSpPr>
            <a:spLocks noGrp="1"/>
          </p:cNvSpPr>
          <p:nvPr>
            <p:ph type="title"/>
          </p:nvPr>
        </p:nvSpPr>
        <p:spPr>
          <a:xfrm>
            <a:off x="677334" y="609600"/>
            <a:ext cx="8596668" cy="1320800"/>
          </a:xfrm>
        </p:spPr>
        <p:txBody>
          <a:bodyPr>
            <a:normAutofit/>
          </a:bodyPr>
          <a:lstStyle/>
          <a:p>
            <a:r>
              <a:rPr lang="es-ES" dirty="0"/>
              <a:t>Vector </a:t>
            </a:r>
            <a:r>
              <a:rPr lang="es-ES" dirty="0" err="1"/>
              <a:t>databases</a:t>
            </a:r>
            <a:r>
              <a:rPr lang="es-ES" dirty="0"/>
              <a:t>. Búsqueda. PG Vector</a:t>
            </a:r>
          </a:p>
        </p:txBody>
      </p:sp>
      <p:graphicFrame>
        <p:nvGraphicFramePr>
          <p:cNvPr id="4" name="Marcador de contenido 3">
            <a:extLst>
              <a:ext uri="{FF2B5EF4-FFF2-40B4-BE49-F238E27FC236}">
                <a16:creationId xmlns:a16="http://schemas.microsoft.com/office/drawing/2014/main" id="{751377DE-0EB3-6EC0-AA1D-902500B52AA4}"/>
              </a:ext>
            </a:extLst>
          </p:cNvPr>
          <p:cNvGraphicFramePr>
            <a:graphicFrameLocks noGrp="1"/>
          </p:cNvGraphicFramePr>
          <p:nvPr>
            <p:ph idx="1"/>
            <p:extLst>
              <p:ext uri="{D42A27DB-BD31-4B8C-83A1-F6EECF244321}">
                <p14:modId xmlns:p14="http://schemas.microsoft.com/office/powerpoint/2010/main" val="718836397"/>
              </p:ext>
            </p:extLst>
          </p:nvPr>
        </p:nvGraphicFramePr>
        <p:xfrm>
          <a:off x="677863" y="2160588"/>
          <a:ext cx="8596310" cy="1925320"/>
        </p:xfrm>
        <a:graphic>
          <a:graphicData uri="http://schemas.openxmlformats.org/drawingml/2006/table">
            <a:tbl>
              <a:tblPr firstRow="1" bandRow="1">
                <a:tableStyleId>{5C22544A-7EE6-4342-B048-85BDC9FD1C3A}</a:tableStyleId>
              </a:tblPr>
              <a:tblGrid>
                <a:gridCol w="1719262">
                  <a:extLst>
                    <a:ext uri="{9D8B030D-6E8A-4147-A177-3AD203B41FA5}">
                      <a16:colId xmlns:a16="http://schemas.microsoft.com/office/drawing/2014/main" val="1371915597"/>
                    </a:ext>
                  </a:extLst>
                </a:gridCol>
                <a:gridCol w="1719262">
                  <a:extLst>
                    <a:ext uri="{9D8B030D-6E8A-4147-A177-3AD203B41FA5}">
                      <a16:colId xmlns:a16="http://schemas.microsoft.com/office/drawing/2014/main" val="150126974"/>
                    </a:ext>
                  </a:extLst>
                </a:gridCol>
                <a:gridCol w="1719262">
                  <a:extLst>
                    <a:ext uri="{9D8B030D-6E8A-4147-A177-3AD203B41FA5}">
                      <a16:colId xmlns:a16="http://schemas.microsoft.com/office/drawing/2014/main" val="4165343610"/>
                    </a:ext>
                  </a:extLst>
                </a:gridCol>
                <a:gridCol w="1719262">
                  <a:extLst>
                    <a:ext uri="{9D8B030D-6E8A-4147-A177-3AD203B41FA5}">
                      <a16:colId xmlns:a16="http://schemas.microsoft.com/office/drawing/2014/main" val="1772949437"/>
                    </a:ext>
                  </a:extLst>
                </a:gridCol>
                <a:gridCol w="1719262">
                  <a:extLst>
                    <a:ext uri="{9D8B030D-6E8A-4147-A177-3AD203B41FA5}">
                      <a16:colId xmlns:a16="http://schemas.microsoft.com/office/drawing/2014/main" val="359424244"/>
                    </a:ext>
                  </a:extLst>
                </a:gridCol>
              </a:tblGrid>
              <a:tr h="370840">
                <a:tc>
                  <a:txBody>
                    <a:bodyPr/>
                    <a:lstStyle/>
                    <a:p>
                      <a:r>
                        <a:rPr lang="es-ES" dirty="0"/>
                        <a:t>Tipo</a:t>
                      </a:r>
                    </a:p>
                  </a:txBody>
                  <a:tcPr/>
                </a:tc>
                <a:tc>
                  <a:txBody>
                    <a:bodyPr/>
                    <a:lstStyle/>
                    <a:p>
                      <a:r>
                        <a:rPr lang="es-ES" dirty="0"/>
                        <a:t>Resultado</a:t>
                      </a:r>
                    </a:p>
                  </a:txBody>
                  <a:tcPr/>
                </a:tc>
                <a:tc>
                  <a:txBody>
                    <a:bodyPr/>
                    <a:lstStyle/>
                    <a:p>
                      <a:r>
                        <a:rPr lang="es-ES" dirty="0"/>
                        <a:t>Velocidad</a:t>
                      </a:r>
                    </a:p>
                  </a:txBody>
                  <a:tcPr/>
                </a:tc>
                <a:tc>
                  <a:txBody>
                    <a:bodyPr/>
                    <a:lstStyle/>
                    <a:p>
                      <a:r>
                        <a:rPr lang="es-ES" dirty="0"/>
                        <a:t>Precisión</a:t>
                      </a:r>
                    </a:p>
                  </a:txBody>
                  <a:tcPr/>
                </a:tc>
                <a:tc>
                  <a:txBody>
                    <a:bodyPr/>
                    <a:lstStyle/>
                    <a:p>
                      <a:r>
                        <a:rPr lang="es-ES" dirty="0"/>
                        <a:t>Uso práctico</a:t>
                      </a:r>
                    </a:p>
                  </a:txBody>
                  <a:tcPr/>
                </a:tc>
                <a:extLst>
                  <a:ext uri="{0D108BD9-81ED-4DB2-BD59-A6C34878D82A}">
                    <a16:rowId xmlns:a16="http://schemas.microsoft.com/office/drawing/2014/main" val="229180784"/>
                  </a:ext>
                </a:extLst>
              </a:tr>
              <a:tr h="370840">
                <a:tc>
                  <a:txBody>
                    <a:bodyPr/>
                    <a:lstStyle/>
                    <a:p>
                      <a:r>
                        <a:rPr lang="es-ES" dirty="0"/>
                        <a:t>KNN (Exacta)</a:t>
                      </a:r>
                    </a:p>
                  </a:txBody>
                  <a:tcPr/>
                </a:tc>
                <a:tc>
                  <a:txBody>
                    <a:bodyPr/>
                    <a:lstStyle/>
                    <a:p>
                      <a:r>
                        <a:rPr lang="es-ES" dirty="0"/>
                        <a:t>Vecino cercano real</a:t>
                      </a:r>
                    </a:p>
                  </a:txBody>
                  <a:tcPr/>
                </a:tc>
                <a:tc>
                  <a:txBody>
                    <a:bodyPr/>
                    <a:lstStyle/>
                    <a:p>
                      <a:r>
                        <a:rPr lang="es-ES" dirty="0"/>
                        <a:t>Lenta (escala con N)</a:t>
                      </a:r>
                    </a:p>
                  </a:txBody>
                  <a:tcPr/>
                </a:tc>
                <a:tc>
                  <a:txBody>
                    <a:bodyPr/>
                    <a:lstStyle/>
                    <a:p>
                      <a:r>
                        <a:rPr lang="es-ES" dirty="0"/>
                        <a:t>100%</a:t>
                      </a:r>
                    </a:p>
                  </a:txBody>
                  <a:tcPr/>
                </a:tc>
                <a:tc>
                  <a:txBody>
                    <a:bodyPr/>
                    <a:lstStyle/>
                    <a:p>
                      <a:r>
                        <a:rPr lang="es-ES" dirty="0" err="1"/>
                        <a:t>Datasets</a:t>
                      </a:r>
                      <a:r>
                        <a:rPr lang="es-ES" dirty="0"/>
                        <a:t> pequeños</a:t>
                      </a:r>
                    </a:p>
                  </a:txBody>
                  <a:tcPr/>
                </a:tc>
                <a:extLst>
                  <a:ext uri="{0D108BD9-81ED-4DB2-BD59-A6C34878D82A}">
                    <a16:rowId xmlns:a16="http://schemas.microsoft.com/office/drawing/2014/main" val="1955661141"/>
                  </a:ext>
                </a:extLst>
              </a:tr>
              <a:tr h="370840">
                <a:tc>
                  <a:txBody>
                    <a:bodyPr/>
                    <a:lstStyle/>
                    <a:p>
                      <a:r>
                        <a:rPr lang="es-ES" dirty="0"/>
                        <a:t>ANN (Aproximada)</a:t>
                      </a:r>
                    </a:p>
                  </a:txBody>
                  <a:tcPr/>
                </a:tc>
                <a:tc>
                  <a:txBody>
                    <a:bodyPr/>
                    <a:lstStyle/>
                    <a:p>
                      <a:r>
                        <a:rPr lang="es-ES" dirty="0"/>
                        <a:t>Un vecino muy cercano (no garantizado)</a:t>
                      </a:r>
                    </a:p>
                  </a:txBody>
                  <a:tcPr/>
                </a:tc>
                <a:tc>
                  <a:txBody>
                    <a:bodyPr/>
                    <a:lstStyle/>
                    <a:p>
                      <a:r>
                        <a:rPr lang="es-ES" dirty="0"/>
                        <a:t>Muy rápida</a:t>
                      </a:r>
                    </a:p>
                  </a:txBody>
                  <a:tcPr/>
                </a:tc>
                <a:tc>
                  <a:txBody>
                    <a:bodyPr/>
                    <a:lstStyle/>
                    <a:p>
                      <a:r>
                        <a:rPr lang="es-ES" sz="1800" b="0" i="0" kern="1200" dirty="0">
                          <a:solidFill>
                            <a:schemeClr val="dk1"/>
                          </a:solidFill>
                          <a:effectLst/>
                          <a:latin typeface="+mn-lt"/>
                          <a:ea typeface="+mn-ea"/>
                          <a:cs typeface="+mn-cs"/>
                        </a:rPr>
                        <a:t>~95-99% (configurable)</a:t>
                      </a:r>
                      <a:endParaRPr lang="es-ES" dirty="0"/>
                    </a:p>
                  </a:txBody>
                  <a:tcPr/>
                </a:tc>
                <a:tc>
                  <a:txBody>
                    <a:bodyPr/>
                    <a:lstStyle/>
                    <a:p>
                      <a:r>
                        <a:rPr lang="es-ES" dirty="0"/>
                        <a:t>Millones de vectores</a:t>
                      </a:r>
                    </a:p>
                  </a:txBody>
                  <a:tcPr/>
                </a:tc>
                <a:extLst>
                  <a:ext uri="{0D108BD9-81ED-4DB2-BD59-A6C34878D82A}">
                    <a16:rowId xmlns:a16="http://schemas.microsoft.com/office/drawing/2014/main" val="534053525"/>
                  </a:ext>
                </a:extLst>
              </a:tr>
            </a:tbl>
          </a:graphicData>
        </a:graphic>
      </p:graphicFrame>
    </p:spTree>
    <p:extLst>
      <p:ext uri="{BB962C8B-B14F-4D97-AF65-F5344CB8AC3E}">
        <p14:creationId xmlns:p14="http://schemas.microsoft.com/office/powerpoint/2010/main" val="945760483"/>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1DE5E5FB-138C-0A36-4BC3-8511CD72ECF6}"/>
              </a:ext>
            </a:extLst>
          </p:cNvPr>
          <p:cNvSpPr>
            <a:spLocks noGrp="1"/>
          </p:cNvSpPr>
          <p:nvPr>
            <p:ph type="title"/>
          </p:nvPr>
        </p:nvSpPr>
        <p:spPr>
          <a:xfrm>
            <a:off x="677334" y="609600"/>
            <a:ext cx="8596668" cy="1320800"/>
          </a:xfrm>
        </p:spPr>
        <p:txBody>
          <a:bodyPr>
            <a:normAutofit/>
          </a:bodyPr>
          <a:lstStyle/>
          <a:p>
            <a:r>
              <a:rPr lang="es-ES" dirty="0"/>
              <a:t>Vector </a:t>
            </a:r>
            <a:r>
              <a:rPr lang="es-ES" dirty="0" err="1"/>
              <a:t>databases</a:t>
            </a:r>
            <a:r>
              <a:rPr lang="es-ES" dirty="0"/>
              <a:t>. Operadores. PG Vector</a:t>
            </a:r>
          </a:p>
        </p:txBody>
      </p:sp>
      <p:graphicFrame>
        <p:nvGraphicFramePr>
          <p:cNvPr id="5" name="Marcador de contenido 4">
            <a:extLst>
              <a:ext uri="{FF2B5EF4-FFF2-40B4-BE49-F238E27FC236}">
                <a16:creationId xmlns:a16="http://schemas.microsoft.com/office/drawing/2014/main" id="{A9CDDB5F-1AD6-7C88-68B5-BEEFF8763242}"/>
              </a:ext>
            </a:extLst>
          </p:cNvPr>
          <p:cNvGraphicFramePr>
            <a:graphicFrameLocks noGrp="1"/>
          </p:cNvGraphicFramePr>
          <p:nvPr>
            <p:ph idx="1"/>
            <p:extLst>
              <p:ext uri="{D42A27DB-BD31-4B8C-83A1-F6EECF244321}">
                <p14:modId xmlns:p14="http://schemas.microsoft.com/office/powerpoint/2010/main" val="1810699293"/>
              </p:ext>
            </p:extLst>
          </p:nvPr>
        </p:nvGraphicFramePr>
        <p:xfrm>
          <a:off x="677691" y="2805113"/>
          <a:ext cx="8596311" cy="1752600"/>
        </p:xfrm>
        <a:graphic>
          <a:graphicData uri="http://schemas.openxmlformats.org/drawingml/2006/table">
            <a:tbl>
              <a:tblPr firstRow="1" bandRow="1">
                <a:tableStyleId>{5C22544A-7EE6-4342-B048-85BDC9FD1C3A}</a:tableStyleId>
              </a:tblPr>
              <a:tblGrid>
                <a:gridCol w="2865437">
                  <a:extLst>
                    <a:ext uri="{9D8B030D-6E8A-4147-A177-3AD203B41FA5}">
                      <a16:colId xmlns:a16="http://schemas.microsoft.com/office/drawing/2014/main" val="4101203783"/>
                    </a:ext>
                  </a:extLst>
                </a:gridCol>
                <a:gridCol w="2865437">
                  <a:extLst>
                    <a:ext uri="{9D8B030D-6E8A-4147-A177-3AD203B41FA5}">
                      <a16:colId xmlns:a16="http://schemas.microsoft.com/office/drawing/2014/main" val="1380065660"/>
                    </a:ext>
                  </a:extLst>
                </a:gridCol>
                <a:gridCol w="2865437">
                  <a:extLst>
                    <a:ext uri="{9D8B030D-6E8A-4147-A177-3AD203B41FA5}">
                      <a16:colId xmlns:a16="http://schemas.microsoft.com/office/drawing/2014/main" val="3626150838"/>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a:solidFill>
                            <a:schemeClr val="lt1"/>
                          </a:solidFill>
                          <a:effectLst/>
                          <a:latin typeface="+mn-lt"/>
                          <a:ea typeface="+mn-ea"/>
                          <a:cs typeface="+mn-cs"/>
                        </a:rPr>
                        <a:t>Operador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a:solidFill>
                            <a:schemeClr val="lt1"/>
                          </a:solidFill>
                          <a:effectLst/>
                          <a:latin typeface="+mn-lt"/>
                          <a:ea typeface="+mn-ea"/>
                          <a:cs typeface="+mn-cs"/>
                        </a:rPr>
                        <a:t>Distancia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err="1">
                          <a:solidFill>
                            <a:schemeClr val="lt1"/>
                          </a:solidFill>
                          <a:effectLst/>
                          <a:latin typeface="+mn-lt"/>
                          <a:ea typeface="+mn-ea"/>
                          <a:cs typeface="+mn-cs"/>
                        </a:rPr>
                        <a:t>ops</a:t>
                      </a:r>
                      <a:r>
                        <a:rPr lang="es-ES" sz="1800" b="0" kern="1200" dirty="0">
                          <a:solidFill>
                            <a:schemeClr val="lt1"/>
                          </a:solidFill>
                          <a:effectLst/>
                          <a:latin typeface="+mn-lt"/>
                          <a:ea typeface="+mn-ea"/>
                          <a:cs typeface="+mn-cs"/>
                        </a:rPr>
                        <a:t> </a:t>
                      </a:r>
                      <a:r>
                        <a:rPr lang="es-ES" sz="1800" b="0" kern="1200" dirty="0" err="1">
                          <a:solidFill>
                            <a:schemeClr val="lt1"/>
                          </a:solidFill>
                          <a:effectLst/>
                          <a:latin typeface="+mn-lt"/>
                          <a:ea typeface="+mn-ea"/>
                          <a:cs typeface="+mn-cs"/>
                        </a:rPr>
                        <a:t>class</a:t>
                      </a:r>
                      <a:endParaRPr lang="es-ES" sz="1800" b="0" kern="1200" dirty="0">
                        <a:solidFill>
                          <a:schemeClr val="lt1"/>
                        </a:solidFill>
                        <a:effectLst/>
                        <a:latin typeface="+mn-lt"/>
                        <a:ea typeface="+mn-ea"/>
                        <a:cs typeface="+mn-cs"/>
                      </a:endParaRPr>
                    </a:p>
                  </a:txBody>
                  <a:tcPr/>
                </a:tc>
                <a:extLst>
                  <a:ext uri="{0D108BD9-81ED-4DB2-BD59-A6C34878D82A}">
                    <a16:rowId xmlns:a16="http://schemas.microsoft.com/office/drawing/2014/main" val="54861504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a:solidFill>
                            <a:schemeClr val="dk1"/>
                          </a:solidFill>
                          <a:effectLst/>
                          <a:latin typeface="+mn-lt"/>
                          <a:ea typeface="+mn-ea"/>
                          <a:cs typeface="+mn-cs"/>
                        </a:rPr>
                        <a:t>&lt;=&gt;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a:solidFill>
                            <a:schemeClr val="dk1"/>
                          </a:solidFill>
                          <a:effectLst/>
                          <a:latin typeface="+mn-lt"/>
                          <a:ea typeface="+mn-ea"/>
                          <a:cs typeface="+mn-cs"/>
                        </a:rPr>
                        <a:t>Coseno</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err="1">
                          <a:solidFill>
                            <a:schemeClr val="dk1"/>
                          </a:solidFill>
                          <a:effectLst/>
                          <a:latin typeface="+mn-lt"/>
                          <a:ea typeface="+mn-ea"/>
                          <a:cs typeface="+mn-cs"/>
                        </a:rPr>
                        <a:t>vector_cosine_ops</a:t>
                      </a:r>
                      <a:endParaRPr lang="es-ES" sz="1800" b="0" kern="1200" dirty="0">
                        <a:solidFill>
                          <a:schemeClr val="dk1"/>
                        </a:solidFill>
                        <a:effectLst/>
                        <a:latin typeface="+mn-lt"/>
                        <a:ea typeface="+mn-ea"/>
                        <a:cs typeface="+mn-cs"/>
                      </a:endParaRPr>
                    </a:p>
                  </a:txBody>
                  <a:tcPr/>
                </a:tc>
                <a:extLst>
                  <a:ext uri="{0D108BD9-81ED-4DB2-BD59-A6C34878D82A}">
                    <a16:rowId xmlns:a16="http://schemas.microsoft.com/office/drawing/2014/main" val="144328203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a:solidFill>
                            <a:schemeClr val="dk1"/>
                          </a:solidFill>
                          <a:effectLst/>
                          <a:latin typeface="+mn-lt"/>
                          <a:ea typeface="+mn-ea"/>
                          <a:cs typeface="+mn-cs"/>
                        </a:rPr>
                        <a:t>&lt;-&gt;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a:solidFill>
                            <a:schemeClr val="dk1"/>
                          </a:solidFill>
                          <a:effectLst/>
                          <a:latin typeface="+mn-lt"/>
                          <a:ea typeface="+mn-ea"/>
                          <a:cs typeface="+mn-cs"/>
                        </a:rPr>
                        <a:t>Euclidiana (L2)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a:solidFill>
                            <a:schemeClr val="dk1"/>
                          </a:solidFill>
                          <a:effectLst/>
                          <a:latin typeface="+mn-lt"/>
                          <a:ea typeface="+mn-ea"/>
                          <a:cs typeface="+mn-cs"/>
                        </a:rPr>
                        <a:t>vector_l2_ops</a:t>
                      </a:r>
                    </a:p>
                  </a:txBody>
                  <a:tcPr/>
                </a:tc>
                <a:extLst>
                  <a:ext uri="{0D108BD9-81ED-4DB2-BD59-A6C34878D82A}">
                    <a16:rowId xmlns:a16="http://schemas.microsoft.com/office/drawing/2014/main" val="141562902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a:solidFill>
                            <a:schemeClr val="dk1"/>
                          </a:solidFill>
                          <a:effectLst/>
                          <a:latin typeface="+mn-lt"/>
                          <a:ea typeface="+mn-ea"/>
                          <a:cs typeface="+mn-cs"/>
                        </a:rPr>
                        <a:t>&lt;#&gt;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a:solidFill>
                            <a:schemeClr val="dk1"/>
                          </a:solidFill>
                          <a:effectLst/>
                          <a:latin typeface="+mn-lt"/>
                          <a:ea typeface="+mn-ea"/>
                          <a:cs typeface="+mn-cs"/>
                        </a:rPr>
                        <a:t>Producto interno (negativo)</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800" b="0" kern="1200" dirty="0" err="1">
                          <a:solidFill>
                            <a:schemeClr val="dk1"/>
                          </a:solidFill>
                          <a:effectLst/>
                          <a:latin typeface="+mn-lt"/>
                          <a:ea typeface="+mn-ea"/>
                          <a:cs typeface="+mn-cs"/>
                        </a:rPr>
                        <a:t>vector_ip_ops</a:t>
                      </a:r>
                      <a:endParaRPr lang="es-ES" sz="1800" b="0" kern="1200" dirty="0">
                        <a:solidFill>
                          <a:schemeClr val="dk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s-ES" sz="1800" b="0" kern="1200" dirty="0">
                        <a:solidFill>
                          <a:schemeClr val="dk1"/>
                        </a:solidFill>
                        <a:effectLst/>
                        <a:latin typeface="+mn-lt"/>
                        <a:ea typeface="+mn-ea"/>
                        <a:cs typeface="+mn-cs"/>
                      </a:endParaRPr>
                    </a:p>
                  </a:txBody>
                  <a:tcPr/>
                </a:tc>
                <a:extLst>
                  <a:ext uri="{0D108BD9-81ED-4DB2-BD59-A6C34878D82A}">
                    <a16:rowId xmlns:a16="http://schemas.microsoft.com/office/drawing/2014/main" val="2407966671"/>
                  </a:ext>
                </a:extLst>
              </a:tr>
            </a:tbl>
          </a:graphicData>
        </a:graphic>
      </p:graphicFrame>
    </p:spTree>
    <p:extLst>
      <p:ext uri="{BB962C8B-B14F-4D97-AF65-F5344CB8AC3E}">
        <p14:creationId xmlns:p14="http://schemas.microsoft.com/office/powerpoint/2010/main" val="2773391680"/>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AA81CE0D-BFE1-DF6A-6D22-0EC33071D1A3}"/>
              </a:ext>
            </a:extLst>
          </p:cNvPr>
          <p:cNvSpPr>
            <a:spLocks noGrp="1"/>
          </p:cNvSpPr>
          <p:nvPr>
            <p:ph type="title"/>
          </p:nvPr>
        </p:nvSpPr>
        <p:spPr>
          <a:xfrm>
            <a:off x="677334" y="609600"/>
            <a:ext cx="8596668" cy="1320800"/>
          </a:xfrm>
        </p:spPr>
        <p:txBody>
          <a:bodyPr>
            <a:normAutofit/>
          </a:bodyPr>
          <a:lstStyle/>
          <a:p>
            <a:r>
              <a:rPr lang="es-ES" dirty="0"/>
              <a:t>Vector </a:t>
            </a:r>
            <a:r>
              <a:rPr lang="es-ES" dirty="0" err="1"/>
              <a:t>databases</a:t>
            </a:r>
            <a:r>
              <a:rPr lang="es-ES" dirty="0"/>
              <a:t>. Operadores. PG Vector</a:t>
            </a:r>
          </a:p>
        </p:txBody>
      </p:sp>
      <p:graphicFrame>
        <p:nvGraphicFramePr>
          <p:cNvPr id="6" name="Marcador de contenido 5">
            <a:extLst>
              <a:ext uri="{FF2B5EF4-FFF2-40B4-BE49-F238E27FC236}">
                <a16:creationId xmlns:a16="http://schemas.microsoft.com/office/drawing/2014/main" id="{58054D72-5BAC-DCC9-770B-24305C69A6B0}"/>
              </a:ext>
            </a:extLst>
          </p:cNvPr>
          <p:cNvGraphicFramePr>
            <a:graphicFrameLocks noGrp="1"/>
          </p:cNvGraphicFramePr>
          <p:nvPr>
            <p:ph idx="1"/>
            <p:extLst>
              <p:ext uri="{D42A27DB-BD31-4B8C-83A1-F6EECF244321}">
                <p14:modId xmlns:p14="http://schemas.microsoft.com/office/powerpoint/2010/main" val="2045538515"/>
              </p:ext>
            </p:extLst>
          </p:nvPr>
        </p:nvGraphicFramePr>
        <p:xfrm>
          <a:off x="677334" y="2054468"/>
          <a:ext cx="8596311" cy="2294890"/>
        </p:xfrm>
        <a:graphic>
          <a:graphicData uri="http://schemas.openxmlformats.org/drawingml/2006/table">
            <a:tbl>
              <a:tblPr firstRow="1" bandRow="1">
                <a:tableStyleId>{5C22544A-7EE6-4342-B048-85BDC9FD1C3A}</a:tableStyleId>
              </a:tblPr>
              <a:tblGrid>
                <a:gridCol w="2865437">
                  <a:extLst>
                    <a:ext uri="{9D8B030D-6E8A-4147-A177-3AD203B41FA5}">
                      <a16:colId xmlns:a16="http://schemas.microsoft.com/office/drawing/2014/main" val="1981765602"/>
                    </a:ext>
                  </a:extLst>
                </a:gridCol>
                <a:gridCol w="2865437">
                  <a:extLst>
                    <a:ext uri="{9D8B030D-6E8A-4147-A177-3AD203B41FA5}">
                      <a16:colId xmlns:a16="http://schemas.microsoft.com/office/drawing/2014/main" val="515797468"/>
                    </a:ext>
                  </a:extLst>
                </a:gridCol>
                <a:gridCol w="2865437">
                  <a:extLst>
                    <a:ext uri="{9D8B030D-6E8A-4147-A177-3AD203B41FA5}">
                      <a16:colId xmlns:a16="http://schemas.microsoft.com/office/drawing/2014/main" val="2699572354"/>
                    </a:ext>
                  </a:extLst>
                </a:gridCol>
              </a:tblGrid>
              <a:tr h="370840">
                <a:tc>
                  <a:txBody>
                    <a:bodyPr/>
                    <a:lstStyle/>
                    <a:p>
                      <a:r>
                        <a:rPr lang="es-ES" dirty="0"/>
                        <a:t>Métrica</a:t>
                      </a:r>
                    </a:p>
                  </a:txBody>
                  <a:tcPr/>
                </a:tc>
                <a:tc>
                  <a:txBody>
                    <a:bodyPr/>
                    <a:lstStyle/>
                    <a:p>
                      <a:r>
                        <a:rPr lang="es-ES" dirty="0"/>
                        <a:t>Descripción</a:t>
                      </a:r>
                    </a:p>
                  </a:txBody>
                  <a:tcPr/>
                </a:tc>
                <a:tc>
                  <a:txBody>
                    <a:bodyPr/>
                    <a:lstStyle/>
                    <a:p>
                      <a:r>
                        <a:rPr lang="es-ES" dirty="0"/>
                        <a:t>Cuándo se usa</a:t>
                      </a:r>
                    </a:p>
                  </a:txBody>
                  <a:tcPr/>
                </a:tc>
                <a:extLst>
                  <a:ext uri="{0D108BD9-81ED-4DB2-BD59-A6C34878D82A}">
                    <a16:rowId xmlns:a16="http://schemas.microsoft.com/office/drawing/2014/main" val="395906079"/>
                  </a:ext>
                </a:extLst>
              </a:tr>
              <a:tr h="370840">
                <a:tc>
                  <a:txBody>
                    <a:bodyPr/>
                    <a:lstStyle/>
                    <a:p>
                      <a:r>
                        <a:rPr lang="es-ES" sz="1800" b="1" i="0" kern="1200" dirty="0">
                          <a:solidFill>
                            <a:schemeClr val="dk1"/>
                          </a:solidFill>
                          <a:effectLst/>
                          <a:latin typeface="+mn-lt"/>
                          <a:ea typeface="+mn-ea"/>
                          <a:cs typeface="+mn-cs"/>
                        </a:rPr>
                        <a:t>Euclidiana (L2)</a:t>
                      </a:r>
                      <a:endParaRPr lang="es-ES" dirty="0"/>
                    </a:p>
                  </a:txBody>
                  <a:tcPr/>
                </a:tc>
                <a:tc>
                  <a:txBody>
                    <a:bodyPr/>
                    <a:lstStyle/>
                    <a:p>
                      <a:r>
                        <a:rPr lang="es-ES" sz="1800" b="0" i="0" kern="1200" dirty="0">
                          <a:solidFill>
                            <a:schemeClr val="dk1"/>
                          </a:solidFill>
                          <a:effectLst/>
                          <a:latin typeface="+mn-lt"/>
                          <a:ea typeface="+mn-ea"/>
                          <a:cs typeface="+mn-cs"/>
                        </a:rPr>
                        <a:t>Distancia geométrica directa</a:t>
                      </a:r>
                      <a:endParaRPr lang="es-ES" dirty="0"/>
                    </a:p>
                  </a:txBody>
                  <a:tcPr/>
                </a:tc>
                <a:tc>
                  <a:txBody>
                    <a:bodyPr/>
                    <a:lstStyle/>
                    <a:p>
                      <a:r>
                        <a:rPr lang="es-ES" sz="1800" b="0" i="0" kern="1200" dirty="0" err="1">
                          <a:solidFill>
                            <a:schemeClr val="dk1"/>
                          </a:solidFill>
                          <a:effectLst/>
                          <a:latin typeface="+mn-lt"/>
                          <a:ea typeface="+mn-ea"/>
                          <a:cs typeface="+mn-cs"/>
                        </a:rPr>
                        <a:t>Embeddings</a:t>
                      </a:r>
                      <a:r>
                        <a:rPr lang="es-ES" sz="1800" b="0" i="0" kern="1200" dirty="0">
                          <a:solidFill>
                            <a:schemeClr val="dk1"/>
                          </a:solidFill>
                          <a:effectLst/>
                          <a:latin typeface="+mn-lt"/>
                          <a:ea typeface="+mn-ea"/>
                          <a:cs typeface="+mn-cs"/>
                        </a:rPr>
                        <a:t> de imágenes</a:t>
                      </a:r>
                      <a:endParaRPr lang="es-ES" dirty="0"/>
                    </a:p>
                  </a:txBody>
                  <a:tcPr/>
                </a:tc>
                <a:extLst>
                  <a:ext uri="{0D108BD9-81ED-4DB2-BD59-A6C34878D82A}">
                    <a16:rowId xmlns:a16="http://schemas.microsoft.com/office/drawing/2014/main" val="1613587238"/>
                  </a:ext>
                </a:extLst>
              </a:tr>
              <a:tr h="370840">
                <a:tc>
                  <a:txBody>
                    <a:bodyPr/>
                    <a:lstStyle/>
                    <a:p>
                      <a:r>
                        <a:rPr lang="es-ES" sz="1800" b="1" i="0" kern="1200" dirty="0">
                          <a:solidFill>
                            <a:schemeClr val="dk1"/>
                          </a:solidFill>
                          <a:effectLst/>
                          <a:latin typeface="+mn-lt"/>
                          <a:ea typeface="+mn-ea"/>
                          <a:cs typeface="+mn-cs"/>
                        </a:rPr>
                        <a:t>Coseno</a:t>
                      </a:r>
                      <a:endParaRPr lang="es-ES" dirty="0"/>
                    </a:p>
                  </a:txBody>
                  <a:tcPr/>
                </a:tc>
                <a:tc>
                  <a:txBody>
                    <a:bodyPr/>
                    <a:lstStyle/>
                    <a:p>
                      <a:r>
                        <a:rPr lang="es-ES" sz="1800" b="0" i="0" kern="1200" dirty="0">
                          <a:solidFill>
                            <a:schemeClr val="dk1"/>
                          </a:solidFill>
                          <a:effectLst/>
                          <a:latin typeface="+mn-lt"/>
                          <a:ea typeface="+mn-ea"/>
                          <a:cs typeface="+mn-cs"/>
                        </a:rPr>
                        <a:t>Ángulo entre vectores</a:t>
                      </a:r>
                      <a:endParaRPr lang="es-ES" dirty="0"/>
                    </a:p>
                  </a:txBody>
                  <a:tcPr/>
                </a:tc>
                <a:tc>
                  <a:txBody>
                    <a:bodyPr/>
                    <a:lstStyle/>
                    <a:p>
                      <a:r>
                        <a:rPr lang="es-ES" sz="1800" b="0" i="0" kern="1200" dirty="0" err="1">
                          <a:solidFill>
                            <a:schemeClr val="dk1"/>
                          </a:solidFill>
                          <a:effectLst/>
                          <a:latin typeface="+mn-lt"/>
                          <a:ea typeface="+mn-ea"/>
                          <a:cs typeface="+mn-cs"/>
                        </a:rPr>
                        <a:t>Embeddings</a:t>
                      </a:r>
                      <a:r>
                        <a:rPr lang="es-ES" sz="1800" b="0" i="0" kern="1200" dirty="0">
                          <a:solidFill>
                            <a:schemeClr val="dk1"/>
                          </a:solidFill>
                          <a:effectLst/>
                          <a:latin typeface="+mn-lt"/>
                          <a:ea typeface="+mn-ea"/>
                          <a:cs typeface="+mn-cs"/>
                        </a:rPr>
                        <a:t> de texto (NLP)</a:t>
                      </a:r>
                      <a:endParaRPr lang="es-ES" dirty="0"/>
                    </a:p>
                  </a:txBody>
                  <a:tcPr/>
                </a:tc>
                <a:extLst>
                  <a:ext uri="{0D108BD9-81ED-4DB2-BD59-A6C34878D82A}">
                    <a16:rowId xmlns:a16="http://schemas.microsoft.com/office/drawing/2014/main" val="3194835633"/>
                  </a:ext>
                </a:extLst>
              </a:tr>
              <a:tr h="370840">
                <a:tc>
                  <a:txBody>
                    <a:bodyPr/>
                    <a:lstStyle/>
                    <a:p>
                      <a:r>
                        <a:rPr lang="es-ES" sz="1800" b="1" i="0" kern="1200" dirty="0">
                          <a:solidFill>
                            <a:schemeClr val="dk1"/>
                          </a:solidFill>
                          <a:effectLst/>
                          <a:latin typeface="+mn-lt"/>
                          <a:ea typeface="+mn-ea"/>
                          <a:cs typeface="+mn-cs"/>
                        </a:rPr>
                        <a:t>Producto interno</a:t>
                      </a:r>
                      <a:endParaRPr lang="es-ES" dirty="0"/>
                    </a:p>
                  </a:txBody>
                  <a:tcPr/>
                </a:tc>
                <a:tc>
                  <a:txBody>
                    <a:bodyPr/>
                    <a:lstStyle/>
                    <a:p>
                      <a:pPr>
                        <a:buNone/>
                      </a:pPr>
                      <a:r>
                        <a:rPr lang="es-ES" dirty="0">
                          <a:effectLst/>
                        </a:rPr>
                        <a:t>Similitud por magnitud y dirección</a:t>
                      </a:r>
                    </a:p>
                  </a:txBody>
                  <a:tcPr marL="95250" marR="95250" marT="47625" marB="47625" anchor="ctr"/>
                </a:tc>
                <a:tc>
                  <a:txBody>
                    <a:bodyPr/>
                    <a:lstStyle/>
                    <a:p>
                      <a:pPr>
                        <a:buNone/>
                      </a:pPr>
                      <a:r>
                        <a:rPr lang="es-ES" sz="1800" b="0" i="0" kern="1200" dirty="0" err="1">
                          <a:solidFill>
                            <a:schemeClr val="dk1"/>
                          </a:solidFill>
                          <a:effectLst/>
                          <a:latin typeface="+mn-lt"/>
                          <a:ea typeface="+mn-ea"/>
                          <a:cs typeface="+mn-cs"/>
                        </a:rPr>
                        <a:t>Recomendadores</a:t>
                      </a:r>
                      <a:endParaRPr lang="es-ES" dirty="0">
                        <a:effectLst/>
                      </a:endParaRPr>
                    </a:p>
                  </a:txBody>
                  <a:tcPr marL="95250" marR="95250" marT="47625" marB="47625" anchor="ctr"/>
                </a:tc>
                <a:extLst>
                  <a:ext uri="{0D108BD9-81ED-4DB2-BD59-A6C34878D82A}">
                    <a16:rowId xmlns:a16="http://schemas.microsoft.com/office/drawing/2014/main" val="3841474905"/>
                  </a:ext>
                </a:extLst>
              </a:tr>
            </a:tbl>
          </a:graphicData>
        </a:graphic>
      </p:graphicFrame>
      <p:pic>
        <p:nvPicPr>
          <p:cNvPr id="7" name="Imagen 6">
            <a:extLst>
              <a:ext uri="{FF2B5EF4-FFF2-40B4-BE49-F238E27FC236}">
                <a16:creationId xmlns:a16="http://schemas.microsoft.com/office/drawing/2014/main" id="{9F9CF0D1-146D-0EC3-17B4-4A1380A88F66}"/>
              </a:ext>
            </a:extLst>
          </p:cNvPr>
          <p:cNvPicPr>
            <a:picLocks noChangeAspect="1"/>
          </p:cNvPicPr>
          <p:nvPr/>
        </p:nvPicPr>
        <p:blipFill>
          <a:blip r:embed="rId2"/>
          <a:stretch>
            <a:fillRect/>
          </a:stretch>
        </p:blipFill>
        <p:spPr>
          <a:xfrm>
            <a:off x="2719941" y="4498937"/>
            <a:ext cx="4256682" cy="1614065"/>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spTree>
    <p:extLst>
      <p:ext uri="{BB962C8B-B14F-4D97-AF65-F5344CB8AC3E}">
        <p14:creationId xmlns:p14="http://schemas.microsoft.com/office/powerpoint/2010/main" val="4150358986"/>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DC9500-852A-9420-209A-C78B424B93BF}"/>
              </a:ext>
            </a:extLst>
          </p:cNvPr>
          <p:cNvSpPr>
            <a:spLocks noGrp="1"/>
          </p:cNvSpPr>
          <p:nvPr>
            <p:ph type="title"/>
          </p:nvPr>
        </p:nvSpPr>
        <p:spPr>
          <a:xfrm>
            <a:off x="5536734" y="609600"/>
            <a:ext cx="3737268" cy="1320800"/>
          </a:xfrm>
        </p:spPr>
        <p:txBody>
          <a:bodyPr>
            <a:normAutofit/>
          </a:bodyPr>
          <a:lstStyle/>
          <a:p>
            <a:r>
              <a:rPr lang="es-ES" sz="3300" dirty="0"/>
              <a:t>Vector </a:t>
            </a:r>
            <a:r>
              <a:rPr lang="es-ES" sz="3300" dirty="0" err="1"/>
              <a:t>databases</a:t>
            </a:r>
            <a:r>
              <a:rPr lang="es-ES" sz="3300" dirty="0"/>
              <a:t>. Spring AI</a:t>
            </a:r>
          </a:p>
        </p:txBody>
      </p:sp>
      <p:sp>
        <p:nvSpPr>
          <p:cNvPr id="3" name="Marcador de contenido 2">
            <a:extLst>
              <a:ext uri="{FF2B5EF4-FFF2-40B4-BE49-F238E27FC236}">
                <a16:creationId xmlns:a16="http://schemas.microsoft.com/office/drawing/2014/main" id="{142EF05C-27C2-C53D-038A-B3130398EE05}"/>
              </a:ext>
            </a:extLst>
          </p:cNvPr>
          <p:cNvSpPr>
            <a:spLocks noGrp="1"/>
          </p:cNvSpPr>
          <p:nvPr>
            <p:ph idx="1"/>
          </p:nvPr>
        </p:nvSpPr>
        <p:spPr>
          <a:xfrm>
            <a:off x="5209563" y="2160589"/>
            <a:ext cx="4064439" cy="3880773"/>
          </a:xfrm>
        </p:spPr>
        <p:txBody>
          <a:bodyPr>
            <a:normAutofit/>
          </a:bodyPr>
          <a:lstStyle/>
          <a:p>
            <a:r>
              <a:rPr lang="es-ES" dirty="0"/>
              <a:t>Definimos el modelo</a:t>
            </a:r>
          </a:p>
          <a:p>
            <a:r>
              <a:rPr lang="es-ES" dirty="0"/>
              <a:t>Definimos la distancia, para la comparación por similitud</a:t>
            </a:r>
          </a:p>
          <a:p>
            <a:r>
              <a:rPr lang="es-ES" dirty="0"/>
              <a:t>Dimensiones, que variará según </a:t>
            </a:r>
            <a:r>
              <a:rPr lang="es-ES" dirty="0" err="1"/>
              <a:t>model</a:t>
            </a:r>
            <a:endParaRPr lang="es-ES" dirty="0"/>
          </a:p>
          <a:p>
            <a:r>
              <a:rPr lang="es-ES" dirty="0"/>
              <a:t>Bath </a:t>
            </a:r>
            <a:r>
              <a:rPr lang="es-ES" dirty="0" err="1"/>
              <a:t>size</a:t>
            </a:r>
            <a:r>
              <a:rPr lang="es-ES" dirty="0"/>
              <a:t> a la hora de calcular los </a:t>
            </a:r>
            <a:r>
              <a:rPr lang="es-ES" dirty="0" err="1"/>
              <a:t>embeddings</a:t>
            </a:r>
            <a:r>
              <a:rPr lang="es-ES" dirty="0"/>
              <a:t> y guardar</a:t>
            </a:r>
          </a:p>
          <a:p>
            <a:endParaRPr lang="es-ES" dirty="0"/>
          </a:p>
          <a:p>
            <a:endParaRPr lang="es-ES" dirty="0"/>
          </a:p>
        </p:txBody>
      </p:sp>
      <p:pic>
        <p:nvPicPr>
          <p:cNvPr id="4" name="Imagen 3">
            <a:extLst>
              <a:ext uri="{FF2B5EF4-FFF2-40B4-BE49-F238E27FC236}">
                <a16:creationId xmlns:a16="http://schemas.microsoft.com/office/drawing/2014/main" id="{60AFE89A-49B5-A48F-C639-5990890BDA19}"/>
              </a:ext>
            </a:extLst>
          </p:cNvPr>
          <p:cNvPicPr>
            <a:picLocks noChangeAspect="1"/>
          </p:cNvPicPr>
          <p:nvPr/>
        </p:nvPicPr>
        <p:blipFill>
          <a:blip r:embed="rId2"/>
          <a:srcRect r="62830" b="1"/>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5" name="Isosceles Triangle 24">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2367453522"/>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F2489C59-9FFC-5B8F-1F56-EB0AF96A488F}"/>
              </a:ext>
            </a:extLst>
          </p:cNvPr>
          <p:cNvSpPr>
            <a:spLocks noGrp="1"/>
          </p:cNvSpPr>
          <p:nvPr>
            <p:ph type="title"/>
          </p:nvPr>
        </p:nvSpPr>
        <p:spPr>
          <a:xfrm>
            <a:off x="677334" y="609600"/>
            <a:ext cx="8596668" cy="1320800"/>
          </a:xfrm>
        </p:spPr>
        <p:txBody>
          <a:bodyPr>
            <a:normAutofit/>
          </a:bodyPr>
          <a:lstStyle/>
          <a:p>
            <a:r>
              <a:rPr lang="es-ES" dirty="0"/>
              <a:t>Vector </a:t>
            </a:r>
            <a:r>
              <a:rPr lang="es-ES" dirty="0" err="1"/>
              <a:t>databases</a:t>
            </a:r>
            <a:r>
              <a:rPr lang="es-ES" dirty="0"/>
              <a:t>. Spring AI</a:t>
            </a:r>
          </a:p>
        </p:txBody>
      </p:sp>
      <p:sp>
        <p:nvSpPr>
          <p:cNvPr id="3" name="Marcador de contenido 2">
            <a:extLst>
              <a:ext uri="{FF2B5EF4-FFF2-40B4-BE49-F238E27FC236}">
                <a16:creationId xmlns:a16="http://schemas.microsoft.com/office/drawing/2014/main" id="{EA368C54-65BF-00D6-C4D3-5C5A1C033162}"/>
              </a:ext>
            </a:extLst>
          </p:cNvPr>
          <p:cNvSpPr>
            <a:spLocks noGrp="1"/>
          </p:cNvSpPr>
          <p:nvPr>
            <p:ph idx="1"/>
          </p:nvPr>
        </p:nvSpPr>
        <p:spPr>
          <a:xfrm>
            <a:off x="677334" y="2160589"/>
            <a:ext cx="8596668" cy="3880773"/>
          </a:xfrm>
        </p:spPr>
        <p:txBody>
          <a:bodyPr>
            <a:normAutofit/>
          </a:bodyPr>
          <a:lstStyle/>
          <a:p>
            <a:r>
              <a:rPr lang="es-ES" dirty="0"/>
              <a:t>Guardar, de forma simple sin añadir mucha configuración simplemente realizar un “</a:t>
            </a:r>
            <a:r>
              <a:rPr lang="es-ES" dirty="0" err="1"/>
              <a:t>add</a:t>
            </a:r>
            <a:r>
              <a:rPr lang="es-ES" dirty="0"/>
              <a:t>” en </a:t>
            </a:r>
            <a:r>
              <a:rPr lang="es-ES" dirty="0" err="1"/>
              <a:t>VectorStore</a:t>
            </a:r>
            <a:endParaRPr lang="es-ES" dirty="0"/>
          </a:p>
        </p:txBody>
      </p:sp>
      <p:pic>
        <p:nvPicPr>
          <p:cNvPr id="5" name="Imagen 4">
            <a:extLst>
              <a:ext uri="{FF2B5EF4-FFF2-40B4-BE49-F238E27FC236}">
                <a16:creationId xmlns:a16="http://schemas.microsoft.com/office/drawing/2014/main" id="{16FD9FEB-88B1-5B5A-30AD-D765EB4D1C96}"/>
              </a:ext>
            </a:extLst>
          </p:cNvPr>
          <p:cNvPicPr>
            <a:picLocks noChangeAspect="1"/>
          </p:cNvPicPr>
          <p:nvPr/>
        </p:nvPicPr>
        <p:blipFill>
          <a:blip r:embed="rId2"/>
          <a:stretch>
            <a:fillRect/>
          </a:stretch>
        </p:blipFill>
        <p:spPr>
          <a:xfrm>
            <a:off x="1058332" y="3021623"/>
            <a:ext cx="7645400" cy="1447800"/>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spTree>
    <p:extLst>
      <p:ext uri="{BB962C8B-B14F-4D97-AF65-F5344CB8AC3E}">
        <p14:creationId xmlns:p14="http://schemas.microsoft.com/office/powerpoint/2010/main" val="4088897445"/>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DA7AD1F0-A503-874D-5151-9925CFE908D1}"/>
              </a:ext>
            </a:extLst>
          </p:cNvPr>
          <p:cNvSpPr>
            <a:spLocks noGrp="1"/>
          </p:cNvSpPr>
          <p:nvPr>
            <p:ph type="title"/>
          </p:nvPr>
        </p:nvSpPr>
        <p:spPr>
          <a:xfrm>
            <a:off x="677334" y="609600"/>
            <a:ext cx="8596668" cy="1320800"/>
          </a:xfrm>
        </p:spPr>
        <p:txBody>
          <a:bodyPr>
            <a:normAutofit/>
          </a:bodyPr>
          <a:lstStyle/>
          <a:p>
            <a:r>
              <a:rPr lang="es-ES" dirty="0"/>
              <a:t>Vector </a:t>
            </a:r>
            <a:r>
              <a:rPr lang="es-ES" dirty="0" err="1"/>
              <a:t>databases</a:t>
            </a:r>
            <a:r>
              <a:rPr lang="es-ES" dirty="0"/>
              <a:t>. Spring AI</a:t>
            </a:r>
          </a:p>
        </p:txBody>
      </p:sp>
      <p:sp>
        <p:nvSpPr>
          <p:cNvPr id="3" name="Marcador de contenido 2">
            <a:extLst>
              <a:ext uri="{FF2B5EF4-FFF2-40B4-BE49-F238E27FC236}">
                <a16:creationId xmlns:a16="http://schemas.microsoft.com/office/drawing/2014/main" id="{5CAC8093-E962-77C6-AD92-13D53856C60C}"/>
              </a:ext>
            </a:extLst>
          </p:cNvPr>
          <p:cNvSpPr>
            <a:spLocks noGrp="1"/>
          </p:cNvSpPr>
          <p:nvPr>
            <p:ph idx="1"/>
          </p:nvPr>
        </p:nvSpPr>
        <p:spPr>
          <a:xfrm>
            <a:off x="677334" y="1695254"/>
            <a:ext cx="8596668" cy="3880773"/>
          </a:xfrm>
        </p:spPr>
        <p:txBody>
          <a:bodyPr>
            <a:normAutofit/>
          </a:bodyPr>
          <a:lstStyle/>
          <a:p>
            <a:r>
              <a:rPr lang="es-ES" dirty="0"/>
              <a:t>Sobre el objecto </a:t>
            </a:r>
            <a:r>
              <a:rPr lang="es-ES" dirty="0" err="1"/>
              <a:t>VectorStoreRetriever</a:t>
            </a:r>
            <a:r>
              <a:rPr lang="es-ES" dirty="0"/>
              <a:t>, para separar conceptos de lectura y escritura, le pasamos en base a un input, cuantos registros queremos encontrar, y cual es la similitud mínima que deben tener.</a:t>
            </a:r>
          </a:p>
          <a:p>
            <a:r>
              <a:rPr lang="es-ES" dirty="0"/>
              <a:t> Podemos añadir filtros de expresión si se han guardado metadatos a la hora de guardar en la base de datos vectorial.</a:t>
            </a:r>
          </a:p>
        </p:txBody>
      </p:sp>
      <p:pic>
        <p:nvPicPr>
          <p:cNvPr id="5" name="Imagen 4">
            <a:extLst>
              <a:ext uri="{FF2B5EF4-FFF2-40B4-BE49-F238E27FC236}">
                <a16:creationId xmlns:a16="http://schemas.microsoft.com/office/drawing/2014/main" id="{149DEE78-3100-1082-CAE3-A4A573D2F626}"/>
              </a:ext>
            </a:extLst>
          </p:cNvPr>
          <p:cNvPicPr>
            <a:picLocks noChangeAspect="1"/>
          </p:cNvPicPr>
          <p:nvPr/>
        </p:nvPicPr>
        <p:blipFill>
          <a:blip r:embed="rId2"/>
          <a:stretch>
            <a:fillRect/>
          </a:stretch>
        </p:blipFill>
        <p:spPr>
          <a:xfrm>
            <a:off x="1659280" y="3216066"/>
            <a:ext cx="6056794" cy="2219534"/>
          </a:xfrm>
          <a:prstGeom prst="rect">
            <a:avLst/>
          </a:prstGeom>
          <a:effectLst>
            <a:outerShdw blurRad="50800" dist="38100" dir="8100000" algn="tr" rotWithShape="0">
              <a:prstClr val="black">
                <a:alpha val="40000"/>
              </a:prstClr>
            </a:outerShdw>
          </a:effectLst>
          <a:scene3d>
            <a:camera prst="perspectiveRelaxedModerately"/>
            <a:lightRig rig="threePt" dir="t"/>
          </a:scene3d>
        </p:spPr>
      </p:pic>
    </p:spTree>
    <p:extLst>
      <p:ext uri="{BB962C8B-B14F-4D97-AF65-F5344CB8AC3E}">
        <p14:creationId xmlns:p14="http://schemas.microsoft.com/office/powerpoint/2010/main" val="3074101359"/>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DD04C57E-94E0-2FAA-9E09-1FC6A731C9AB}"/>
              </a:ext>
            </a:extLst>
          </p:cNvPr>
          <p:cNvSpPr>
            <a:spLocks noGrp="1"/>
          </p:cNvSpPr>
          <p:nvPr>
            <p:ph type="title"/>
          </p:nvPr>
        </p:nvSpPr>
        <p:spPr>
          <a:xfrm>
            <a:off x="677334" y="609600"/>
            <a:ext cx="8596668" cy="1320800"/>
          </a:xfrm>
        </p:spPr>
        <p:txBody>
          <a:bodyPr>
            <a:normAutofit/>
          </a:bodyPr>
          <a:lstStyle/>
          <a:p>
            <a:r>
              <a:rPr lang="es-ES" dirty="0"/>
              <a:t>RAG. Conceptos</a:t>
            </a:r>
          </a:p>
        </p:txBody>
      </p:sp>
      <p:graphicFrame>
        <p:nvGraphicFramePr>
          <p:cNvPr id="22" name="Marcador de contenido 2">
            <a:extLst>
              <a:ext uri="{FF2B5EF4-FFF2-40B4-BE49-F238E27FC236}">
                <a16:creationId xmlns:a16="http://schemas.microsoft.com/office/drawing/2014/main" id="{984DD852-19E4-1A4C-A0A8-2057668159FE}"/>
              </a:ext>
            </a:extLst>
          </p:cNvPr>
          <p:cNvGraphicFramePr>
            <a:graphicFrameLocks noGrp="1"/>
          </p:cNvGraphicFramePr>
          <p:nvPr>
            <p:ph idx="1"/>
            <p:extLst>
              <p:ext uri="{D42A27DB-BD31-4B8C-83A1-F6EECF244321}">
                <p14:modId xmlns:p14="http://schemas.microsoft.com/office/powerpoint/2010/main" val="3258201483"/>
              </p:ext>
            </p:extLst>
          </p:nvPr>
        </p:nvGraphicFramePr>
        <p:xfrm>
          <a:off x="677334" y="2160589"/>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4686966"/>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09A75D-B42F-67B7-02A0-57F5323E3BCF}"/>
              </a:ext>
            </a:extLst>
          </p:cNvPr>
          <p:cNvSpPr>
            <a:spLocks noGrp="1"/>
          </p:cNvSpPr>
          <p:nvPr>
            <p:ph type="title"/>
          </p:nvPr>
        </p:nvSpPr>
        <p:spPr>
          <a:xfrm>
            <a:off x="5536734" y="609600"/>
            <a:ext cx="3737268" cy="1320800"/>
          </a:xfrm>
        </p:spPr>
        <p:txBody>
          <a:bodyPr>
            <a:normAutofit/>
          </a:bodyPr>
          <a:lstStyle/>
          <a:p>
            <a:r>
              <a:rPr lang="es-ES" dirty="0"/>
              <a:t>RAG. Spring AI</a:t>
            </a:r>
          </a:p>
        </p:txBody>
      </p:sp>
      <p:sp>
        <p:nvSpPr>
          <p:cNvPr id="3" name="Marcador de contenido 2">
            <a:extLst>
              <a:ext uri="{FF2B5EF4-FFF2-40B4-BE49-F238E27FC236}">
                <a16:creationId xmlns:a16="http://schemas.microsoft.com/office/drawing/2014/main" id="{323D072A-08F7-F4B0-FBF2-0034272C2D7F}"/>
              </a:ext>
            </a:extLst>
          </p:cNvPr>
          <p:cNvSpPr>
            <a:spLocks noGrp="1"/>
          </p:cNvSpPr>
          <p:nvPr>
            <p:ph idx="1"/>
          </p:nvPr>
        </p:nvSpPr>
        <p:spPr>
          <a:xfrm>
            <a:off x="5209563" y="2160589"/>
            <a:ext cx="4064439" cy="3880773"/>
          </a:xfrm>
        </p:spPr>
        <p:txBody>
          <a:bodyPr>
            <a:normAutofit/>
          </a:bodyPr>
          <a:lstStyle/>
          <a:p>
            <a:pPr>
              <a:lnSpc>
                <a:spcPct val="90000"/>
              </a:lnSpc>
            </a:pPr>
            <a:r>
              <a:rPr lang="es-ES" dirty="0"/>
              <a:t>Con la case  </a:t>
            </a:r>
            <a:r>
              <a:rPr lang="es-ES" dirty="0" err="1"/>
              <a:t>RetrievalArgumetationAdvisor</a:t>
            </a:r>
            <a:r>
              <a:rPr lang="es-ES" dirty="0"/>
              <a:t>, configuramos un </a:t>
            </a:r>
            <a:r>
              <a:rPr lang="es-ES" dirty="0" err="1"/>
              <a:t>advisor</a:t>
            </a:r>
            <a:r>
              <a:rPr lang="es-ES" dirty="0"/>
              <a:t> indicándole la base de datos vectorial a utilizar en el contexto</a:t>
            </a:r>
          </a:p>
          <a:p>
            <a:pPr>
              <a:lnSpc>
                <a:spcPct val="90000"/>
              </a:lnSpc>
            </a:pPr>
            <a:r>
              <a:rPr lang="es-ES" dirty="0"/>
              <a:t>Le indicamos el número de registros a encontrar con </a:t>
            </a:r>
            <a:r>
              <a:rPr lang="es-ES" dirty="0" err="1"/>
              <a:t>topK</a:t>
            </a:r>
            <a:endParaRPr lang="es-ES" dirty="0"/>
          </a:p>
          <a:p>
            <a:pPr>
              <a:lnSpc>
                <a:spcPct val="90000"/>
              </a:lnSpc>
            </a:pPr>
            <a:r>
              <a:rPr lang="es-ES" dirty="0"/>
              <a:t>Con </a:t>
            </a:r>
            <a:r>
              <a:rPr lang="es-ES" dirty="0" err="1"/>
              <a:t>similarityTreshold</a:t>
            </a:r>
            <a:r>
              <a:rPr lang="es-ES" dirty="0"/>
              <a:t>, le indicamos como de cercano tiene que estar en la predicción</a:t>
            </a:r>
          </a:p>
          <a:p>
            <a:pPr>
              <a:lnSpc>
                <a:spcPct val="90000"/>
              </a:lnSpc>
            </a:pPr>
            <a:r>
              <a:rPr lang="es-ES" dirty="0"/>
              <a:t>Podemos indicar si permitimos contexto vacío o no a la hora de buscar</a:t>
            </a:r>
          </a:p>
        </p:txBody>
      </p:sp>
      <p:pic>
        <p:nvPicPr>
          <p:cNvPr id="6" name="Imagen 5">
            <a:extLst>
              <a:ext uri="{FF2B5EF4-FFF2-40B4-BE49-F238E27FC236}">
                <a16:creationId xmlns:a16="http://schemas.microsoft.com/office/drawing/2014/main" id="{8E1C0D75-10B4-E55B-3317-CCFF9BB34112}"/>
              </a:ext>
            </a:extLst>
          </p:cNvPr>
          <p:cNvPicPr>
            <a:picLocks noChangeAspect="1"/>
          </p:cNvPicPr>
          <p:nvPr/>
        </p:nvPicPr>
        <p:blipFill>
          <a:blip r:embed="rId2"/>
          <a:srcRect l="10625" r="7217"/>
          <a:stretch>
            <a:fillRect/>
          </a:stretch>
        </p:blipFill>
        <p:spPr>
          <a:xfrm>
            <a:off x="-1" y="0"/>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5" name="Isosceles Triangle 34">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2754781259"/>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167</TotalTime>
  <Words>1312</Words>
  <Application>Microsoft Macintosh PowerPoint</Application>
  <PresentationFormat>Panorámica</PresentationFormat>
  <Paragraphs>160</Paragraphs>
  <Slides>24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Trebuchet MS</vt:lpstr>
      <vt:lpstr>Wingdings 3</vt:lpstr>
      <vt:lpstr>Faceta</vt:lpstr>
      <vt:lpstr>Spring AI</vt:lpstr>
      <vt:lpstr>Indice</vt:lpstr>
      <vt:lpstr>Chat básico. Tipos de mensajes</vt:lpstr>
      <vt:lpstr>Chat básico. Tipos de mensajes</vt:lpstr>
      <vt:lpstr>Chat básico. Uso de chat client</vt:lpstr>
      <vt:lpstr>Chat básico. Formas de tratamiento mensaje</vt:lpstr>
      <vt:lpstr>Chat con memoria </vt:lpstr>
      <vt:lpstr>Chat con memoria</vt:lpstr>
      <vt:lpstr>MCP. Conceptos</vt:lpstr>
      <vt:lpstr>MCP. Server</vt:lpstr>
      <vt:lpstr>MCP. Client</vt:lpstr>
      <vt:lpstr>Vector databases</vt:lpstr>
      <vt:lpstr>Vector databases. Indices IVVFlat PG Vector</vt:lpstr>
      <vt:lpstr>Vector databases. Indices HNSW  PG Vector</vt:lpstr>
      <vt:lpstr>Vector databases. Sin indices  PG Vector</vt:lpstr>
      <vt:lpstr>Vector databases. Comparativa índices PG Vector</vt:lpstr>
      <vt:lpstr>Vector databases. Búsqueda. PG Vector</vt:lpstr>
      <vt:lpstr>Vector databases. Operadores. PG Vector</vt:lpstr>
      <vt:lpstr>Vector databases. Operadores. PG Vector</vt:lpstr>
      <vt:lpstr>Vector databases. Spring AI</vt:lpstr>
      <vt:lpstr>Vector databases. Spring AI</vt:lpstr>
      <vt:lpstr>Vector databases. Spring AI</vt:lpstr>
      <vt:lpstr>RAG. Conceptos</vt:lpstr>
      <vt:lpstr>RAG. Spring AI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Diego Ruiz Fernandez</dc:creator>
  <cp:lastModifiedBy>Diego Ruiz Fernandez</cp:lastModifiedBy>
  <cp:revision>52</cp:revision>
  <dcterms:created xsi:type="dcterms:W3CDTF">2026-05-11T08:20:38Z</dcterms:created>
  <dcterms:modified xsi:type="dcterms:W3CDTF">2026-05-11T13:57:11Z</dcterms:modified>
</cp:coreProperties>
</file>